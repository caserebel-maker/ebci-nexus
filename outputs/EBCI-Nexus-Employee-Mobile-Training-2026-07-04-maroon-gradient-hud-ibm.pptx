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925d7184ae46e0" /><Relationship Type="http://schemas.openxmlformats.org/officeDocument/2006/relationships/extended-properties" Target="/docProps/app.xml" Id="R65409b228a7f4909" /><Relationship Type="http://schemas.openxmlformats.org/officeDocument/2006/relationships/officeDocument" Target="/ppt/presentation.xml" Id="R2e6f7536ddcf44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33bce7970a473d"/>
  </p:sldMasterIdLst>
  <p:notesMasterIdLst>
    <p:notesMasterId xmlns:r="http://schemas.openxmlformats.org/officeDocument/2006/relationships" r:id="R4623f1b204974c4c"/>
  </p:notesMasterIdLst>
  <p:sldIdLst>
    <p:sldId xmlns:r="http://schemas.openxmlformats.org/officeDocument/2006/relationships" id="256" r:id="Rd8b16edd3c0c44a6"/>
    <p:sldId xmlns:r="http://schemas.openxmlformats.org/officeDocument/2006/relationships" id="257" r:id="R5b27052f3e1a448b"/>
    <p:sldId xmlns:r="http://schemas.openxmlformats.org/officeDocument/2006/relationships" id="258" r:id="Rd190d9fda04b4dc0"/>
    <p:sldId xmlns:r="http://schemas.openxmlformats.org/officeDocument/2006/relationships" id="259" r:id="Rfa0ebba014a64c15"/>
    <p:sldId xmlns:r="http://schemas.openxmlformats.org/officeDocument/2006/relationships" id="260" r:id="R51d4397f44be4f41"/>
    <p:sldId xmlns:r="http://schemas.openxmlformats.org/officeDocument/2006/relationships" id="261" r:id="R65846717b4554084"/>
    <p:sldId xmlns:r="http://schemas.openxmlformats.org/officeDocument/2006/relationships" id="262" r:id="Rd472e6f4f02043b0"/>
    <p:sldId xmlns:r="http://schemas.openxmlformats.org/officeDocument/2006/relationships" id="263" r:id="R8d64cb6713e74f19"/>
    <p:sldId xmlns:r="http://schemas.openxmlformats.org/officeDocument/2006/relationships" id="264" r:id="R9fe89b2181b44a96"/>
    <p:sldId xmlns:r="http://schemas.openxmlformats.org/officeDocument/2006/relationships" id="265" r:id="R14c3d789aec9420a"/>
    <p:sldId xmlns:r="http://schemas.openxmlformats.org/officeDocument/2006/relationships" id="266" r:id="Refed81108c73466c"/>
    <p:sldId xmlns:r="http://schemas.openxmlformats.org/officeDocument/2006/relationships" id="267" r:id="R801a6648d01d46d6"/>
    <p:sldId xmlns:r="http://schemas.openxmlformats.org/officeDocument/2006/relationships" id="268" r:id="Rb368118cce304a40"/>
    <p:sldId xmlns:r="http://schemas.openxmlformats.org/officeDocument/2006/relationships" id="269" r:id="R17dd5824f2574bee"/>
    <p:sldId xmlns:r="http://schemas.openxmlformats.org/officeDocument/2006/relationships" id="270" r:id="Rd030b4dc15d7490a"/>
    <p:sldId xmlns:r="http://schemas.openxmlformats.org/officeDocument/2006/relationships" id="271" r:id="R1ad9c4b0d37844c6"/>
    <p:sldId xmlns:r="http://schemas.openxmlformats.org/officeDocument/2006/relationships" id="272" r:id="R6fd4a6feb03d415d"/>
    <p:sldId xmlns:r="http://schemas.openxmlformats.org/officeDocument/2006/relationships" id="273" r:id="R6d09b11f0118421c"/>
    <p:sldId xmlns:r="http://schemas.openxmlformats.org/officeDocument/2006/relationships" id="274" r:id="Re613525c661749ae"/>
    <p:sldId xmlns:r="http://schemas.openxmlformats.org/officeDocument/2006/relationships" id="275" r:id="Rcd572cee46344629"/>
    <p:sldId xmlns:r="http://schemas.openxmlformats.org/officeDocument/2006/relationships" id="276" r:id="R09921e6e3b9f42dd"/>
    <p:sldId xmlns:r="http://schemas.openxmlformats.org/officeDocument/2006/relationships" id="277" r:id="Re152b9773f21471a"/>
    <p:sldId xmlns:r="http://schemas.openxmlformats.org/officeDocument/2006/relationships" id="278" r:id="R7368ec5b41a74200"/>
    <p:sldId xmlns:r="http://schemas.openxmlformats.org/officeDocument/2006/relationships" id="279" r:id="Ra974ffcbf8a441db"/>
    <p:sldId xmlns:r="http://schemas.openxmlformats.org/officeDocument/2006/relationships" id="280" r:id="Rcbe584eddbed4f17"/>
    <p:sldId xmlns:r="http://schemas.openxmlformats.org/officeDocument/2006/relationships" id="281" r:id="R28e243e10ae14286"/>
    <p:sldId xmlns:r="http://schemas.openxmlformats.org/officeDocument/2006/relationships" id="282" r:id="R5ffc69f142dc49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IBM Plex Sans Thai"/>
        <a:ea typeface="IBM Plex Sans Thai"/>
        <a:cs typeface="IBM Plex Sans Tha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c1a7bc2c594466" /><Relationship Type="http://schemas.openxmlformats.org/officeDocument/2006/relationships/slideMaster" Target="/ppt/slideMasters/slideMaster1.xml" Id="R4233bce7970a473d" /><Relationship Type="http://schemas.openxmlformats.org/officeDocument/2006/relationships/notesMaster" Target="/ppt/notesMasters/notesMaster1.xml" Id="R4623f1b204974c4c" /><Relationship Type="http://schemas.openxmlformats.org/officeDocument/2006/relationships/presProps" Target="/ppt/presProps.xml" Id="R5dca9a82201d49b0" /><Relationship Type="http://schemas.openxmlformats.org/officeDocument/2006/relationships/tableStyles" Target="/ppt/tableStyles.xml" Id="R12d7213419c44f16" /><Relationship Type="http://schemas.openxmlformats.org/officeDocument/2006/relationships/slide" Target="/ppt/slides/slide1.xml" Id="Rd8b16edd3c0c44a6" /><Relationship Type="http://schemas.openxmlformats.org/officeDocument/2006/relationships/slide" Target="/ppt/slides/slide2.xml" Id="R5b27052f3e1a448b" /><Relationship Type="http://schemas.openxmlformats.org/officeDocument/2006/relationships/slide" Target="/ppt/slides/slide3.xml" Id="Rd190d9fda04b4dc0" /><Relationship Type="http://schemas.openxmlformats.org/officeDocument/2006/relationships/slide" Target="/ppt/slides/slide4.xml" Id="Rfa0ebba014a64c15" /><Relationship Type="http://schemas.openxmlformats.org/officeDocument/2006/relationships/slide" Target="/ppt/slides/slide5.xml" Id="R51d4397f44be4f41" /><Relationship Type="http://schemas.openxmlformats.org/officeDocument/2006/relationships/slide" Target="/ppt/slides/slide6.xml" Id="R65846717b4554084" /><Relationship Type="http://schemas.openxmlformats.org/officeDocument/2006/relationships/slide" Target="/ppt/slides/slide7.xml" Id="Rd472e6f4f02043b0" /><Relationship Type="http://schemas.openxmlformats.org/officeDocument/2006/relationships/slide" Target="/ppt/slides/slide8.xml" Id="R8d64cb6713e74f19" /><Relationship Type="http://schemas.openxmlformats.org/officeDocument/2006/relationships/slide" Target="/ppt/slides/slide9.xml" Id="R9fe89b2181b44a96" /><Relationship Type="http://schemas.openxmlformats.org/officeDocument/2006/relationships/slide" Target="/ppt/slides/slide10.xml" Id="R14c3d789aec9420a" /><Relationship Type="http://schemas.openxmlformats.org/officeDocument/2006/relationships/slide" Target="/ppt/slides/slide11.xml" Id="Refed81108c73466c" /><Relationship Type="http://schemas.openxmlformats.org/officeDocument/2006/relationships/slide" Target="/ppt/slides/slide12.xml" Id="R801a6648d01d46d6" /><Relationship Type="http://schemas.openxmlformats.org/officeDocument/2006/relationships/slide" Target="/ppt/slides/slide13.xml" Id="Rb368118cce304a40" /><Relationship Type="http://schemas.openxmlformats.org/officeDocument/2006/relationships/slide" Target="/ppt/slides/slide14.xml" Id="R17dd5824f2574bee" /><Relationship Type="http://schemas.openxmlformats.org/officeDocument/2006/relationships/slide" Target="/ppt/slides/slide15.xml" Id="Rd030b4dc15d7490a" /><Relationship Type="http://schemas.openxmlformats.org/officeDocument/2006/relationships/slide" Target="/ppt/slides/slide16.xml" Id="R1ad9c4b0d37844c6" /><Relationship Type="http://schemas.openxmlformats.org/officeDocument/2006/relationships/slide" Target="/ppt/slides/slide17.xml" Id="R6fd4a6feb03d415d" /><Relationship Type="http://schemas.openxmlformats.org/officeDocument/2006/relationships/slide" Target="/ppt/slides/slide18.xml" Id="R6d09b11f0118421c" /><Relationship Type="http://schemas.openxmlformats.org/officeDocument/2006/relationships/slide" Target="/ppt/slides/slide19.xml" Id="Re613525c661749ae" /><Relationship Type="http://schemas.openxmlformats.org/officeDocument/2006/relationships/slide" Target="/ppt/slides/slide20.xml" Id="Rcd572cee46344629" /><Relationship Type="http://schemas.openxmlformats.org/officeDocument/2006/relationships/slide" Target="/ppt/slides/slide21.xml" Id="R09921e6e3b9f42dd" /><Relationship Type="http://schemas.openxmlformats.org/officeDocument/2006/relationships/slide" Target="/ppt/slides/slide22.xml" Id="Re152b9773f21471a" /><Relationship Type="http://schemas.openxmlformats.org/officeDocument/2006/relationships/slide" Target="/ppt/slides/slide23.xml" Id="R7368ec5b41a74200" /><Relationship Type="http://schemas.openxmlformats.org/officeDocument/2006/relationships/slide" Target="/ppt/slides/slide24.xml" Id="Ra974ffcbf8a441db" /><Relationship Type="http://schemas.openxmlformats.org/officeDocument/2006/relationships/slide" Target="/ppt/slides/slide25.xml" Id="Rcbe584eddbed4f17" /><Relationship Type="http://schemas.openxmlformats.org/officeDocument/2006/relationships/slide" Target="/ppt/slides/slide26.xml" Id="R28e243e10ae14286" /><Relationship Type="http://schemas.openxmlformats.org/officeDocument/2006/relationships/slide" Target="/ppt/slides/slide27.xml" Id="R5ffc69f142dc49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f5a4acee164f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IBM Plex Sans Thai"/>
        <a:ea typeface="IBM Plex Sans Thai"/>
        <a:cs typeface="IBM Plex Sans Thai"/>
      </a:majorFont>
      <a:minorFont>
        <a:latin typeface="IBM Plex Sans Thai"/>
        <a:ea typeface="IBM Plex Sans Thai"/>
        <a:cs typeface="IBM Plex Sans Tha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84f953bed34f2b" /><Relationship Type="http://schemas.openxmlformats.org/officeDocument/2006/relationships/notesMaster" Target="/ppt/notesMasters/notesMaster1.xml" Id="R508195437ea448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083c497b0d4d2e" /><Relationship Type="http://schemas.openxmlformats.org/officeDocument/2006/relationships/notesMaster" Target="/ppt/notesMasters/notesMaster1.xml" Id="Rb2dede980f9c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52fd1aa93547d8" /><Relationship Type="http://schemas.openxmlformats.org/officeDocument/2006/relationships/notesMaster" Target="/ppt/notesMasters/notesMaster1.xml" Id="R4c48361bfba5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3e67efcb344740" /><Relationship Type="http://schemas.openxmlformats.org/officeDocument/2006/relationships/notesMaster" Target="/ppt/notesMasters/notesMaster1.xml" Id="R0939b51d81884f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7beb1f335b4abb" /><Relationship Type="http://schemas.openxmlformats.org/officeDocument/2006/relationships/notesMaster" Target="/ppt/notesMasters/notesMaster1.xml" Id="R319bc12e7efc4e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a76b7aada84dac" /><Relationship Type="http://schemas.openxmlformats.org/officeDocument/2006/relationships/notesMaster" Target="/ppt/notesMasters/notesMaster1.xml" Id="Rda1d4150dd2c47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12e028c89d4460" /><Relationship Type="http://schemas.openxmlformats.org/officeDocument/2006/relationships/notesMaster" Target="/ppt/notesMasters/notesMaster1.xml" Id="Rb0108132f64140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a8d1e5aab94c43" /><Relationship Type="http://schemas.openxmlformats.org/officeDocument/2006/relationships/notesMaster" Target="/ppt/notesMasters/notesMaster1.xml" Id="R3ffa123975484f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75d0f185b34461" /><Relationship Type="http://schemas.openxmlformats.org/officeDocument/2006/relationships/notesMaster" Target="/ppt/notesMasters/notesMaster1.xml" Id="R41f0b011784145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5f23719848467e" /><Relationship Type="http://schemas.openxmlformats.org/officeDocument/2006/relationships/notesMaster" Target="/ppt/notesMasters/notesMaster1.xml" Id="Recf303b2dcdc41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68315fa5944011" /><Relationship Type="http://schemas.openxmlformats.org/officeDocument/2006/relationships/notesMaster" Target="/ppt/notesMasters/notesMaster1.xml" Id="R87cd38e16ce946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6877018630412f" /><Relationship Type="http://schemas.openxmlformats.org/officeDocument/2006/relationships/notesMaster" Target="/ppt/notesMasters/notesMaster1.xml" Id="R55b39edb1cd94f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8ad98e01a3449bc" /><Relationship Type="http://schemas.openxmlformats.org/officeDocument/2006/relationships/notesMaster" Target="/ppt/notesMasters/notesMaster1.xml" Id="R9ed0794ddab44d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c68847bb644916" /><Relationship Type="http://schemas.openxmlformats.org/officeDocument/2006/relationships/notesMaster" Target="/ppt/notesMasters/notesMaster1.xml" Id="R4aa7e76e88b84d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bc736f50b04920" /><Relationship Type="http://schemas.openxmlformats.org/officeDocument/2006/relationships/notesMaster" Target="/ppt/notesMasters/notesMaster1.xml" Id="R8580d7c3064948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263c056bfdb4ce6" /><Relationship Type="http://schemas.openxmlformats.org/officeDocument/2006/relationships/notesMaster" Target="/ppt/notesMasters/notesMaster1.xml" Id="R9a6912c346054a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03f6e4937141fa" /><Relationship Type="http://schemas.openxmlformats.org/officeDocument/2006/relationships/notesMaster" Target="/ppt/notesMasters/notesMaster1.xml" Id="R5b05b343fb6040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092d67fc1d541ec" /><Relationship Type="http://schemas.openxmlformats.org/officeDocument/2006/relationships/notesMaster" Target="/ppt/notesMasters/notesMaster1.xml" Id="Ra60720e126b642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8b14f2500e34f35" /><Relationship Type="http://schemas.openxmlformats.org/officeDocument/2006/relationships/notesMaster" Target="/ppt/notesMasters/notesMaster1.xml" Id="Rfdfa01c1ea46468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d40849187404c8a" /><Relationship Type="http://schemas.openxmlformats.org/officeDocument/2006/relationships/notesMaster" Target="/ppt/notesMasters/notesMaster1.xml" Id="Rbd5655feca8c457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7c0e7fd12e54adc" /><Relationship Type="http://schemas.openxmlformats.org/officeDocument/2006/relationships/notesMaster" Target="/ppt/notesMasters/notesMaster1.xml" Id="R67e1fa571ac74e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fe95e6a033e48f9" /><Relationship Type="http://schemas.openxmlformats.org/officeDocument/2006/relationships/notesMaster" Target="/ppt/notesMasters/notesMaster1.xml" Id="R9535a540d13249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994fad4ba1437f" /><Relationship Type="http://schemas.openxmlformats.org/officeDocument/2006/relationships/notesMaster" Target="/ppt/notesMasters/notesMaster1.xml" Id="R11c0c894896b4e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4818997e8a40e9" /><Relationship Type="http://schemas.openxmlformats.org/officeDocument/2006/relationships/notesMaster" Target="/ppt/notesMasters/notesMaster1.xml" Id="R3c70b97dbe144e2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a644bc0a5c146da" /><Relationship Type="http://schemas.openxmlformats.org/officeDocument/2006/relationships/notesMaster" Target="/ppt/notesMasters/notesMaster1.xml" Id="R570a3da2c64e4c1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155da34e3c04fb3" /><Relationship Type="http://schemas.openxmlformats.org/officeDocument/2006/relationships/notesMaster" Target="/ppt/notesMasters/notesMaster1.xml" Id="R08cf68fdf6004e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4a98f5f6c034e08" /><Relationship Type="http://schemas.openxmlformats.org/officeDocument/2006/relationships/notesMaster" Target="/ppt/notesMasters/notesMaster1.xml" Id="Rdc413f8b9eb54d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7269a6d184a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544d919fa24974" /><Relationship Type="http://schemas.openxmlformats.org/officeDocument/2006/relationships/slideLayout" Target="/ppt/slideLayouts/slideLayout1.xml" Id="R220b7ecec4094d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b7ecec4094d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IBM Plex Sans Thai"/>
          <a:ea typeface="IBM Plex Sans Thai"/>
          <a:cs typeface="IBM Plex Sans Tha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IBM Plex Sans Thai"/>
          <a:ea typeface="IBM Plex Sans Thai"/>
          <a:cs typeface="IBM Plex Sans Tha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IBM Plex Sans Thai"/>
          <a:ea typeface="IBM Plex Sans Thai"/>
          <a:cs typeface="IBM Plex Sans Tha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IBM Plex Sans Thai"/>
          <a:ea typeface="IBM Plex Sans Thai"/>
          <a:cs typeface="IBM Plex Sans Tha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IBM Plex Sans Thai"/>
          <a:ea typeface="IBM Plex Sans Thai"/>
          <a:cs typeface="IBM Plex Sans Tha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IBM Plex Sans Thai"/>
        <a:ea typeface="IBM Plex Sans Thai"/>
        <a:cs typeface="IBM Plex Sans Thai"/>
      </a:majorFont>
      <a:minorFont>
        <a:latin typeface="IBM Plex Sans Thai"/>
        <a:ea typeface="IBM Plex Sans Thai"/>
        <a:cs typeface="IBM Plex Sans Tha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cbc4eb81249d9" /><Relationship Type="http://schemas.openxmlformats.org/officeDocument/2006/relationships/image" Target="/ppt/media/image.png" Id="R291d16ddcde54d0b" /><Relationship Type="http://schemas.openxmlformats.org/officeDocument/2006/relationships/notesSlide" Target="/ppt/notesSlides/notesSlide1.xml" Id="R57e8b27d43e047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b5b95fa6b43e6" /><Relationship Type="http://schemas.openxmlformats.org/officeDocument/2006/relationships/image" Target="/ppt/media/image2.png" Id="R20477e4ce3c94390" /><Relationship Type="http://schemas.openxmlformats.org/officeDocument/2006/relationships/notesSlide" Target="/ppt/notesSlides/notesSlide2.xml" Id="R32fb2d95fed146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803e040534404" /><Relationship Type="http://schemas.openxmlformats.org/officeDocument/2006/relationships/notesSlide" Target="/ppt/notesSlides/notesSlide3.xml" Id="R866f332b66fe4c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9c1eb5a0f403e" /><Relationship Type="http://schemas.openxmlformats.org/officeDocument/2006/relationships/image" Target="/ppt/media/image3.png" Id="Rdc4e1eca667e4a60" /><Relationship Type="http://schemas.openxmlformats.org/officeDocument/2006/relationships/notesSlide" Target="/ppt/notesSlides/notesSlide4.xml" Id="R4d18b6ee528643c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0b124888a4d8c" /><Relationship Type="http://schemas.openxmlformats.org/officeDocument/2006/relationships/image" Target="/ppt/media/image4.png" Id="Rd8652b1ee9654f85" /><Relationship Type="http://schemas.openxmlformats.org/officeDocument/2006/relationships/notesSlide" Target="/ppt/notesSlides/notesSlide5.xml" Id="R29142eff3f0e4a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c76f2d3eb4d86" /><Relationship Type="http://schemas.openxmlformats.org/officeDocument/2006/relationships/image" Target="/ppt/media/image5.png" Id="R85120dfca9fa4d8e" /><Relationship Type="http://schemas.openxmlformats.org/officeDocument/2006/relationships/notesSlide" Target="/ppt/notesSlides/notesSlide6.xml" Id="Re73ed7b3e6f94f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d2378bfc546c5" /><Relationship Type="http://schemas.openxmlformats.org/officeDocument/2006/relationships/image" Target="/ppt/media/image6.png" Id="Red78b45fced14c08" /><Relationship Type="http://schemas.openxmlformats.org/officeDocument/2006/relationships/notesSlide" Target="/ppt/notesSlides/notesSlide7.xml" Id="R9dca4fceec2a4b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d6d3098c5472c" /><Relationship Type="http://schemas.openxmlformats.org/officeDocument/2006/relationships/image" Target="/ppt/media/image7.png" Id="R4fff9caf5da94a80" /><Relationship Type="http://schemas.openxmlformats.org/officeDocument/2006/relationships/notesSlide" Target="/ppt/notesSlides/notesSlide8.xml" Id="R1706eae82ba84f5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b104810cf406f" /><Relationship Type="http://schemas.openxmlformats.org/officeDocument/2006/relationships/image" Target="/ppt/media/image8.png" Id="Re002a18c96d14c8a" /><Relationship Type="http://schemas.openxmlformats.org/officeDocument/2006/relationships/notesSlide" Target="/ppt/notesSlides/notesSlide9.xml" Id="Rbc517ee317bf47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681b5b5dd4c71" /><Relationship Type="http://schemas.openxmlformats.org/officeDocument/2006/relationships/image" Target="/ppt/media/image9.png" Id="Rd4d5c4a9cf944194" /><Relationship Type="http://schemas.openxmlformats.org/officeDocument/2006/relationships/notesSlide" Target="/ppt/notesSlides/notesSlide10.xml" Id="R80178573e8324a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6bca03e0b4693" /><Relationship Type="http://schemas.openxmlformats.org/officeDocument/2006/relationships/notesSlide" Target="/ppt/notesSlides/notesSlide11.xml" Id="R7d7ec60146ff41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9af89a9354545" /><Relationship Type="http://schemas.openxmlformats.org/officeDocument/2006/relationships/image" Target="/ppt/media/image10.png" Id="Ra7439eb3258540af" /><Relationship Type="http://schemas.openxmlformats.org/officeDocument/2006/relationships/notesSlide" Target="/ppt/notesSlides/notesSlide12.xml" Id="R9d8f103ece4b42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a06af9dff47a8" /><Relationship Type="http://schemas.openxmlformats.org/officeDocument/2006/relationships/image" Target="/ppt/media/image11.png" Id="Rf3c3e268d8034d77" /><Relationship Type="http://schemas.openxmlformats.org/officeDocument/2006/relationships/notesSlide" Target="/ppt/notesSlides/notesSlide13.xml" Id="R0b3e79b0493b4c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ba46473ea4e7e" /><Relationship Type="http://schemas.openxmlformats.org/officeDocument/2006/relationships/image" Target="/ppt/media/image12.png" Id="Rcb112c50e0814887" /><Relationship Type="http://schemas.openxmlformats.org/officeDocument/2006/relationships/notesSlide" Target="/ppt/notesSlides/notesSlide14.xml" Id="R00f7a52d7512420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1b919feeb4828" /><Relationship Type="http://schemas.openxmlformats.org/officeDocument/2006/relationships/image" Target="/ppt/media/image13.png" Id="R18a3285f572a4059" /><Relationship Type="http://schemas.openxmlformats.org/officeDocument/2006/relationships/notesSlide" Target="/ppt/notesSlides/notesSlide15.xml" Id="R3162a9934c11447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92aa6a74f41ec" /><Relationship Type="http://schemas.openxmlformats.org/officeDocument/2006/relationships/image" Target="/ppt/media/image14.png" Id="R8210d43673e54e7d" /><Relationship Type="http://schemas.openxmlformats.org/officeDocument/2006/relationships/notesSlide" Target="/ppt/notesSlides/notesSlide16.xml" Id="R375c9efa710948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2abe53d374a82" /><Relationship Type="http://schemas.openxmlformats.org/officeDocument/2006/relationships/image" Target="/ppt/media/image15.png" Id="R48b2a91e21fe4578" /><Relationship Type="http://schemas.openxmlformats.org/officeDocument/2006/relationships/notesSlide" Target="/ppt/notesSlides/notesSlide17.xml" Id="R1c9f54b6dbea4c1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3fef15aa54d55" /><Relationship Type="http://schemas.openxmlformats.org/officeDocument/2006/relationships/image" Target="/ppt/media/image16.png" Id="Rfa62f50a322343aa" /><Relationship Type="http://schemas.openxmlformats.org/officeDocument/2006/relationships/image" Target="/ppt/media/image17.png" Id="R88cacca4f7c2474f" /><Relationship Type="http://schemas.openxmlformats.org/officeDocument/2006/relationships/notesSlide" Target="/ppt/notesSlides/notesSlide18.xml" Id="Rbe512c1c226a477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386a765874d34" /><Relationship Type="http://schemas.openxmlformats.org/officeDocument/2006/relationships/image" Target="/ppt/media/image18.png" Id="Rced6ace4d26d4b96" /><Relationship Type="http://schemas.openxmlformats.org/officeDocument/2006/relationships/image" Target="/ppt/media/image19.png" Id="Red026ec51e70400f" /><Relationship Type="http://schemas.openxmlformats.org/officeDocument/2006/relationships/notesSlide" Target="/ppt/notesSlides/notesSlide19.xml" Id="R33be217119854b5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74a4bf36049e6" /><Relationship Type="http://schemas.openxmlformats.org/officeDocument/2006/relationships/image" Target="/ppt/media/image20.png" Id="R2569cea49b784a4c" /><Relationship Type="http://schemas.openxmlformats.org/officeDocument/2006/relationships/image" Target="/ppt/media/image21.png" Id="R3297daabbb87423b" /><Relationship Type="http://schemas.openxmlformats.org/officeDocument/2006/relationships/notesSlide" Target="/ppt/notesSlides/notesSlide20.xml" Id="Rcfbd9a77adcd4bc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23cd942f02445c" /><Relationship Type="http://schemas.openxmlformats.org/officeDocument/2006/relationships/image" Target="/ppt/media/image22.png" Id="Rf33dc354cd814d2e" /><Relationship Type="http://schemas.openxmlformats.org/officeDocument/2006/relationships/image" Target="/ppt/media/image23.png" Id="R09ff2150759745d6" /><Relationship Type="http://schemas.openxmlformats.org/officeDocument/2006/relationships/notesSlide" Target="/ppt/notesSlides/notesSlide21.xml" Id="R898bcdb2abbd4de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8c64beb354ffb" /><Relationship Type="http://schemas.openxmlformats.org/officeDocument/2006/relationships/image" Target="/ppt/media/image24.png" Id="R9b7963ec6e8a45f7" /><Relationship Type="http://schemas.openxmlformats.org/officeDocument/2006/relationships/notesSlide" Target="/ppt/notesSlides/notesSlide22.xml" Id="Ra06dd36c8f0b4de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b87b59ee1454d" /><Relationship Type="http://schemas.openxmlformats.org/officeDocument/2006/relationships/image" Target="/ppt/media/image25.png" Id="Rd9f914a082f4491b" /><Relationship Type="http://schemas.openxmlformats.org/officeDocument/2006/relationships/notesSlide" Target="/ppt/notesSlides/notesSlide23.xml" Id="R6c513c54533040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ec8b5c0164eee" /><Relationship Type="http://schemas.openxmlformats.org/officeDocument/2006/relationships/notesSlide" Target="/ppt/notesSlides/notesSlide24.xml" Id="R4ea1077dbad7437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e5aa0d46046b6" /><Relationship Type="http://schemas.openxmlformats.org/officeDocument/2006/relationships/notesSlide" Target="/ppt/notesSlides/notesSlide25.xml" Id="R5d22e25981314df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0c1106c644b6b" /><Relationship Type="http://schemas.openxmlformats.org/officeDocument/2006/relationships/notesSlide" Target="/ppt/notesSlides/notesSlide26.xml" Id="R9b7101ff6dca404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adea9de944d0c" /><Relationship Type="http://schemas.openxmlformats.org/officeDocument/2006/relationships/image" Target="/ppt/media/image26.png" Id="Rea60250fec7346fc" /><Relationship Type="http://schemas.openxmlformats.org/officeDocument/2006/relationships/notesSlide" Target="/ppt/notesSlides/notesSlide27.xml" Id="R7d6648929b4143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FBAA8-3C1C-4745-8E84-0C5625F2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11380-52A4-4A37-B668-B763A712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390525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8FAFC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EBCI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02E39-3B15-4686-A381-2D4C4D9C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20955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1800" b="1">
                <a:solidFill>
                  <a:srgbClr val="E7B9BF"/>
                </a:solidFill>
              </a:rPr>
              <a:t>NEXUS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E2802-12FA-4373-B2D1-D52A7EA8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5429250" cy="666750"/>
          </a:xfrm>
          <a:prstGeom xmlns:a="http://schemas.openxmlformats.org/drawingml/2006/main" prst="roundRect">
            <a:avLst>
              <a:gd name="adj" fmla="val 1714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CBD5E1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คู่มืออบรมพนักงาน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E601D-73D4-4F3C-AC46-051DE487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67050"/>
            <a:ext cx="5905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1575">
                <a:solidFill>
                  <a:srgbClr val="FFF7E6"/>
                </a:solidFill>
              </a:rPr>
              <a:t>การใช้งานระบบผ่านมือถือ • วันที่อบรม 4 กรกฎาคม 2569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B4DB8-988A-4C84-B53E-4A9D22A3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E0165-1512-4773-BD2C-742FE2C0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เช็คอิน / เช็คเอาท์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596C1-E757-463B-BDD1-2D08B7E96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7ACD5-C658-40A6-85B4-83DF2DC7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ลาและ WFH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0E684-147F-4CB5-A64C-46B58B5B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0E5C1A-D079-4015-8DFC-B526C55B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ประกาศ แจ้งเตือน และข้อมูลส่วนตัว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D489EA-54E6-49F1-8690-96B2B4A4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"/>
            <a:ext cx="2857500" cy="6000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1143D-22EB-4E46-A204-AF5DD22E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24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d16ddcde54d0b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590550"/>
            <a:ext cx="2667000" cy="5772150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95214-E0E9-4AC9-BEE2-103BB55C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553200"/>
            <a:ext cx="2762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หน้าจอเข้าสู่ระบบ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19D79-7912-4A63-8F10-C151C1D5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</a:t>
            </a:r>
          </a:p>
        </p:txBody>
      </p:sp>
      <p:sp>
        <p:nvSpPr>
          <p:cNvPr id="42" name="grad-hud-rail-0">
            <a:extLst xmlns:a="http://schemas.openxmlformats.org/drawingml/2006/main">
              <a:ext uri="{FF2B5EF4-FFF2-40B4-BE49-F238E27FC236}">
                <a16:creationId xmlns:a16="http://schemas.microsoft.com/office/drawing/2014/main" id="{7B06E53F-C456-491D-928A-3C547944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rad-hud-rail-gold-0">
            <a:extLst xmlns:a="http://schemas.openxmlformats.org/drawingml/2006/main">
              <a:ext uri="{FF2B5EF4-FFF2-40B4-BE49-F238E27FC236}">
                <a16:creationId xmlns:a16="http://schemas.microsoft.com/office/drawing/2014/main" id="{773CC0F1-5E51-4B7A-9266-D4D62CE2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thin-0">
            <a:extLst xmlns:a="http://schemas.openxmlformats.org/drawingml/2006/main">
              <a:ext uri="{FF2B5EF4-FFF2-40B4-BE49-F238E27FC236}">
                <a16:creationId xmlns:a16="http://schemas.microsoft.com/office/drawing/2014/main" id="{F11C6C4C-1700-438F-8AAA-FCCCABE1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left-v-0">
            <a:extLst xmlns:a="http://schemas.openxmlformats.org/drawingml/2006/main">
              <a:ext uri="{FF2B5EF4-FFF2-40B4-BE49-F238E27FC236}">
                <a16:creationId xmlns:a16="http://schemas.microsoft.com/office/drawing/2014/main" id="{B820E8DF-7F69-4C14-8F3B-14C7D533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h-0">
            <a:extLst xmlns:a="http://schemas.openxmlformats.org/drawingml/2006/main">
              <a:ext uri="{FF2B5EF4-FFF2-40B4-BE49-F238E27FC236}">
                <a16:creationId xmlns:a16="http://schemas.microsoft.com/office/drawing/2014/main" id="{85AE4E9D-35A7-44C7-BEEC-666AD20C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tick-0-0">
            <a:extLst xmlns:a="http://schemas.openxmlformats.org/drawingml/2006/main">
              <a:ext uri="{FF2B5EF4-FFF2-40B4-BE49-F238E27FC236}">
                <a16:creationId xmlns:a16="http://schemas.microsoft.com/office/drawing/2014/main" id="{2F59B78C-E96C-4917-BCE9-067A366C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0-1">
            <a:extLst xmlns:a="http://schemas.openxmlformats.org/drawingml/2006/main">
              <a:ext uri="{FF2B5EF4-FFF2-40B4-BE49-F238E27FC236}">
                <a16:creationId xmlns:a16="http://schemas.microsoft.com/office/drawing/2014/main" id="{BB428F2D-065C-4893-9F59-CD4BEF81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0-2">
            <a:extLst xmlns:a="http://schemas.openxmlformats.org/drawingml/2006/main">
              <a:ext uri="{FF2B5EF4-FFF2-40B4-BE49-F238E27FC236}">
                <a16:creationId xmlns:a16="http://schemas.microsoft.com/office/drawing/2014/main" id="{6AB51D39-2F4C-4BAC-A9F8-E3F927F4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0-3">
            <a:extLst xmlns:a="http://schemas.openxmlformats.org/drawingml/2006/main">
              <a:ext uri="{FF2B5EF4-FFF2-40B4-BE49-F238E27FC236}">
                <a16:creationId xmlns:a16="http://schemas.microsoft.com/office/drawing/2014/main" id="{FCE07647-CD56-4FCF-90F7-637C96B7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0-4">
            <a:extLst xmlns:a="http://schemas.openxmlformats.org/drawingml/2006/main">
              <a:ext uri="{FF2B5EF4-FFF2-40B4-BE49-F238E27FC236}">
                <a16:creationId xmlns:a16="http://schemas.microsoft.com/office/drawing/2014/main" id="{D8233708-0826-4AAD-814A-733BA76F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0-5">
            <a:extLst xmlns:a="http://schemas.openxmlformats.org/drawingml/2006/main">
              <a:ext uri="{FF2B5EF4-FFF2-40B4-BE49-F238E27FC236}">
                <a16:creationId xmlns:a16="http://schemas.microsoft.com/office/drawing/2014/main" id="{23F6E8C4-53EA-47E7-AF15-9CF373BF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0-6">
            <a:extLst xmlns:a="http://schemas.openxmlformats.org/drawingml/2006/main">
              <a:ext uri="{FF2B5EF4-FFF2-40B4-BE49-F238E27FC236}">
                <a16:creationId xmlns:a16="http://schemas.microsoft.com/office/drawing/2014/main" id="{6755F49D-1DAA-4E0C-BE97-544FFDA7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0-7">
            <a:extLst xmlns:a="http://schemas.openxmlformats.org/drawingml/2006/main">
              <a:ext uri="{FF2B5EF4-FFF2-40B4-BE49-F238E27FC236}">
                <a16:creationId xmlns:a16="http://schemas.microsoft.com/office/drawing/2014/main" id="{DC22F778-FFA6-495F-8757-CF1166D4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06381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51BA0-BFA3-4BED-90BE-4DF0EF87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F64B0-023F-4D2A-8C3F-E23227F4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78E8A-0504-474D-A488-EB3BC430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ภาพรวมของ EBCI Nexus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6BFA4-1EEA-4796-8F28-B2F41790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ระบบ HR สำหรับงานประจำวันของพนักงาน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8C84A-9903-4917-A6B1-3C686FE6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812A4-F30C-423D-99DD-4B5353DB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8E94A-3F0C-4048-8557-DDF31A8D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ดูประกาศและแจ้งเตือนสำคัญ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0511D-6C13-4942-B5B9-EE9B0C1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B4D35-338E-4851-B154-20E28785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บันทึกเวลาเข้างานและเช็คเอาท์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EBC4A-D5FD-4607-8983-8E780F0D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CA1E3-6BF7-47A1-AE90-7910B216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ยื่นใบลา ขอ WFH และดูสถานะของตนเอง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F5F21E-6591-4CC7-9A9E-1945FA6A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FBEC4-2E47-48DC-8C65-A995E71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724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ตรวจข้อมูลส่วนตัว ผังองค์กร และข้อมูลทีม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6D009-4DD0-469F-8762-0C60961C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2857500" cy="6000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17C409-B8FA-445E-BBF6-403F1E37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77e4ce3c94390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609600"/>
            <a:ext cx="2667000" cy="577215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1F098-6B95-49E3-83FF-3B98C225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572250"/>
            <a:ext cx="2762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หน้าแรกพนักงาน</a:t>
            </a:r>
          </a:p>
        </p:txBody>
      </p:sp>
      <p:sp>
        <p:nvSpPr>
          <p:cNvPr id="43" name="grad-hud-rail-1">
            <a:extLst xmlns:a="http://schemas.openxmlformats.org/drawingml/2006/main">
              <a:ext uri="{FF2B5EF4-FFF2-40B4-BE49-F238E27FC236}">
                <a16:creationId xmlns:a16="http://schemas.microsoft.com/office/drawing/2014/main" id="{24FA1B05-79E2-4253-A590-95C8CE29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1">
            <a:extLst xmlns:a="http://schemas.openxmlformats.org/drawingml/2006/main">
              <a:ext uri="{FF2B5EF4-FFF2-40B4-BE49-F238E27FC236}">
                <a16:creationId xmlns:a16="http://schemas.microsoft.com/office/drawing/2014/main" id="{29E2C5EA-D82D-4470-BFA1-CEA7D2E0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1">
            <a:extLst xmlns:a="http://schemas.openxmlformats.org/drawingml/2006/main">
              <a:ext uri="{FF2B5EF4-FFF2-40B4-BE49-F238E27FC236}">
                <a16:creationId xmlns:a16="http://schemas.microsoft.com/office/drawing/2014/main" id="{FC85030A-1F92-45F1-AFCE-37B74F1E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1">
            <a:extLst xmlns:a="http://schemas.openxmlformats.org/drawingml/2006/main">
              <a:ext uri="{FF2B5EF4-FFF2-40B4-BE49-F238E27FC236}">
                <a16:creationId xmlns:a16="http://schemas.microsoft.com/office/drawing/2014/main" id="{9FD398D8-5CC3-4E9C-A32D-E8D7D7C3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1">
            <a:extLst xmlns:a="http://schemas.openxmlformats.org/drawingml/2006/main">
              <a:ext uri="{FF2B5EF4-FFF2-40B4-BE49-F238E27FC236}">
                <a16:creationId xmlns:a16="http://schemas.microsoft.com/office/drawing/2014/main" id="{CB9BE41E-96A5-4EFA-A31C-4B5D46B9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1-0">
            <a:extLst xmlns:a="http://schemas.openxmlformats.org/drawingml/2006/main">
              <a:ext uri="{FF2B5EF4-FFF2-40B4-BE49-F238E27FC236}">
                <a16:creationId xmlns:a16="http://schemas.microsoft.com/office/drawing/2014/main" id="{EAD6AA4C-00BE-47BC-BC0B-14A9C419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1-1">
            <a:extLst xmlns:a="http://schemas.openxmlformats.org/drawingml/2006/main">
              <a:ext uri="{FF2B5EF4-FFF2-40B4-BE49-F238E27FC236}">
                <a16:creationId xmlns:a16="http://schemas.microsoft.com/office/drawing/2014/main" id="{155168E8-D811-49EA-BA0D-DD15D412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1-2">
            <a:extLst xmlns:a="http://schemas.openxmlformats.org/drawingml/2006/main">
              <a:ext uri="{FF2B5EF4-FFF2-40B4-BE49-F238E27FC236}">
                <a16:creationId xmlns:a16="http://schemas.microsoft.com/office/drawing/2014/main" id="{AAC0EEAE-785A-4C42-988D-23ED9646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1-3">
            <a:extLst xmlns:a="http://schemas.openxmlformats.org/drawingml/2006/main">
              <a:ext uri="{FF2B5EF4-FFF2-40B4-BE49-F238E27FC236}">
                <a16:creationId xmlns:a16="http://schemas.microsoft.com/office/drawing/2014/main" id="{DB8D1E58-D4DE-4C05-85FF-BAA1C91E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1-4">
            <a:extLst xmlns:a="http://schemas.openxmlformats.org/drawingml/2006/main">
              <a:ext uri="{FF2B5EF4-FFF2-40B4-BE49-F238E27FC236}">
                <a16:creationId xmlns:a16="http://schemas.microsoft.com/office/drawing/2014/main" id="{92B86ECD-7638-41E7-8F88-1AC40294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1-5">
            <a:extLst xmlns:a="http://schemas.openxmlformats.org/drawingml/2006/main">
              <a:ext uri="{FF2B5EF4-FFF2-40B4-BE49-F238E27FC236}">
                <a16:creationId xmlns:a16="http://schemas.microsoft.com/office/drawing/2014/main" id="{309992FA-EE1B-4A07-8EDD-3FF8FC5D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1-6">
            <a:extLst xmlns:a="http://schemas.openxmlformats.org/drawingml/2006/main">
              <a:ext uri="{FF2B5EF4-FFF2-40B4-BE49-F238E27FC236}">
                <a16:creationId xmlns:a16="http://schemas.microsoft.com/office/drawing/2014/main" id="{B1A63FE2-6D8E-4F2A-BA18-03E42A61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-7">
            <a:extLst xmlns:a="http://schemas.openxmlformats.org/drawingml/2006/main">
              <a:ext uri="{FF2B5EF4-FFF2-40B4-BE49-F238E27FC236}">
                <a16:creationId xmlns:a16="http://schemas.microsoft.com/office/drawing/2014/main" id="{6EC6F50D-1AAF-4F03-8A21-58817FA2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8750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A8ECB9-640B-4942-9CD5-33B3098D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89556-3A09-4BD9-8DE5-EEEED621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949ED-C4D6-42E1-9A49-DB7CC1D8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สารบัญการอบรม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4B9CA-F015-4426-87EB-CFEF927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ลำดับการสอนสำหรับวันอบรม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400F6-093B-408B-A276-E7DA4930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B3DFEF-D84A-4674-A4E4-F0776695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6BF69-2227-48CF-AC65-889E0DD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1. เข้าสู่ระบบและจำฉันไว้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E8198-3AD3-47D6-84E8-8B6873E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527D5-09AD-4DB4-B4C0-1F4628F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2. หน้าแรกและเมนูหลัก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C0CA7-FE38-4E09-8798-BBAD8EFF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CE284-621F-40B6-9D91-D395749F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3. เช็คอิน: ออฟฟิศ / HIP / WFH / นอก Head Office / ภาคสนาม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6591B-1DF9-4EE0-A9CF-0261AEA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544F5-930D-4100-9A9E-104DE343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909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4. ใบลา นโยบาย เอกสาร และการยกเลิก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E8BCB-50E6-4FF5-9074-2BB5540D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95463-6BE9-494D-8511-9AA69A6F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5. WFH วันหยุดสะสม ปฏิทิน ประกาศ และข้อมูลส่วนตัว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26EA3-1A82-47B2-8DCC-16DD608B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8EE497-E1CB-4EB8-84AB-DB0BE426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577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6. คำถามที่พบบ่อยและ checklist หลังอบรม</a:t>
            </a:r>
          </a:p>
        </p:txBody>
      </p:sp>
      <p:sp>
        <p:nvSpPr>
          <p:cNvPr id="21" name="grad-hud-rail-2">
            <a:extLst xmlns:a="http://schemas.openxmlformats.org/drawingml/2006/main">
              <a:ext uri="{FF2B5EF4-FFF2-40B4-BE49-F238E27FC236}">
                <a16:creationId xmlns:a16="http://schemas.microsoft.com/office/drawing/2014/main" id="{0FCFA0A1-B6A8-48E6-8F8F-B1C1768B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ad-hud-rail-gold-2">
            <a:extLst xmlns:a="http://schemas.openxmlformats.org/drawingml/2006/main">
              <a:ext uri="{FF2B5EF4-FFF2-40B4-BE49-F238E27FC236}">
                <a16:creationId xmlns:a16="http://schemas.microsoft.com/office/drawing/2014/main" id="{5DD40943-B9D7-47C8-938C-577E02A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ad-hud-rail-thin-2">
            <a:extLst xmlns:a="http://schemas.openxmlformats.org/drawingml/2006/main">
              <a:ext uri="{FF2B5EF4-FFF2-40B4-BE49-F238E27FC236}">
                <a16:creationId xmlns:a16="http://schemas.microsoft.com/office/drawing/2014/main" id="{BF837E29-43E0-4188-9F50-55516180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66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ad-hud-left-v-2">
            <a:extLst xmlns:a="http://schemas.openxmlformats.org/drawingml/2006/main">
              <a:ext uri="{FF2B5EF4-FFF2-40B4-BE49-F238E27FC236}">
                <a16:creationId xmlns:a16="http://schemas.microsoft.com/office/drawing/2014/main" id="{AF28779B-A3FB-4B91-B15F-FF4069A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ad-hud-left-h-2">
            <a:extLst xmlns:a="http://schemas.openxmlformats.org/drawingml/2006/main">
              <a:ext uri="{FF2B5EF4-FFF2-40B4-BE49-F238E27FC236}">
                <a16:creationId xmlns:a16="http://schemas.microsoft.com/office/drawing/2014/main" id="{4955BFC0-C79D-46A7-B4CF-8FEB4CF9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ad-hud-tick-2-0">
            <a:extLst xmlns:a="http://schemas.openxmlformats.org/drawingml/2006/main">
              <a:ext uri="{FF2B5EF4-FFF2-40B4-BE49-F238E27FC236}">
                <a16:creationId xmlns:a16="http://schemas.microsoft.com/office/drawing/2014/main" id="{0488C0C3-862C-41EA-92F4-585EAD2F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ad-hud-tick-2-1">
            <a:extLst xmlns:a="http://schemas.openxmlformats.org/drawingml/2006/main">
              <a:ext uri="{FF2B5EF4-FFF2-40B4-BE49-F238E27FC236}">
                <a16:creationId xmlns:a16="http://schemas.microsoft.com/office/drawing/2014/main" id="{CB9B5CA3-D3EE-4129-A536-1372E991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ad-hud-tick-2-2">
            <a:extLst xmlns:a="http://schemas.openxmlformats.org/drawingml/2006/main">
              <a:ext uri="{FF2B5EF4-FFF2-40B4-BE49-F238E27FC236}">
                <a16:creationId xmlns:a16="http://schemas.microsoft.com/office/drawing/2014/main" id="{E50944B0-A7BC-4B7C-859E-142065FC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ad-hud-tick-2-3">
            <a:extLst xmlns:a="http://schemas.openxmlformats.org/drawingml/2006/main">
              <a:ext uri="{FF2B5EF4-FFF2-40B4-BE49-F238E27FC236}">
                <a16:creationId xmlns:a16="http://schemas.microsoft.com/office/drawing/2014/main" id="{55897392-971C-4F98-B522-E5D6E91F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ad-hud-tick-2-4">
            <a:extLst xmlns:a="http://schemas.openxmlformats.org/drawingml/2006/main">
              <a:ext uri="{FF2B5EF4-FFF2-40B4-BE49-F238E27FC236}">
                <a16:creationId xmlns:a16="http://schemas.microsoft.com/office/drawing/2014/main" id="{900BC1AE-3DA6-4042-92A2-7E9DD111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ad-hud-tick-2-5">
            <a:extLst xmlns:a="http://schemas.openxmlformats.org/drawingml/2006/main">
              <a:ext uri="{FF2B5EF4-FFF2-40B4-BE49-F238E27FC236}">
                <a16:creationId xmlns:a16="http://schemas.microsoft.com/office/drawing/2014/main" id="{BA801695-E40F-4A4B-822C-7B77253D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ad-hud-tick-2-6">
            <a:extLst xmlns:a="http://schemas.openxmlformats.org/drawingml/2006/main">
              <a:ext uri="{FF2B5EF4-FFF2-40B4-BE49-F238E27FC236}">
                <a16:creationId xmlns:a16="http://schemas.microsoft.com/office/drawing/2014/main" id="{979535C8-57B9-4DD9-81AB-2019D0B1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ad-hud-tick-2-7">
            <a:extLst xmlns:a="http://schemas.openxmlformats.org/drawingml/2006/main">
              <a:ext uri="{FF2B5EF4-FFF2-40B4-BE49-F238E27FC236}">
                <a16:creationId xmlns:a16="http://schemas.microsoft.com/office/drawing/2014/main" id="{5DD180D9-AE72-47AB-A0A7-0C12BF05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ad-hud-corner-h-2">
            <a:extLst xmlns:a="http://schemas.openxmlformats.org/drawingml/2006/main">
              <a:ext uri="{FF2B5EF4-FFF2-40B4-BE49-F238E27FC236}">
                <a16:creationId xmlns:a16="http://schemas.microsoft.com/office/drawing/2014/main" id="{AE757EE6-4F2C-4890-A89A-CFAF5676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81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ad-hud-corner-v-2">
            <a:extLst xmlns:a="http://schemas.openxmlformats.org/drawingml/2006/main">
              <a:ext uri="{FF2B5EF4-FFF2-40B4-BE49-F238E27FC236}">
                <a16:creationId xmlns:a16="http://schemas.microsoft.com/office/drawing/2014/main" id="{517951E9-0231-4596-B7B6-43B5E174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810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grad-hud-corner-gold-2">
            <a:extLst xmlns:a="http://schemas.openxmlformats.org/drawingml/2006/main">
              <a:ext uri="{FF2B5EF4-FFF2-40B4-BE49-F238E27FC236}">
                <a16:creationId xmlns:a16="http://schemas.microsoft.com/office/drawing/2014/main" id="{FA828B55-CA9B-4A95-B642-DDF68B9D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667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7774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C85B4-487B-4393-AFA2-C0AF07AC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BE9CA9-24F3-4499-8C4C-BC00F7B7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84882-20E7-4E5E-A9D5-C945DAF8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สิ่งที่ต้องเตรียมก่อนใช้งาน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CEFC0-A8E7-4472-85BB-507E9382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ช่วยให้วันเปิดใช้งานจริงไม่ติดขัด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3AD96-FA89-469D-A0A8-29DCE332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488AB-4245-41CE-A4ED-55180C6E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23C81-BB47-48BD-95C6-0C54DEBC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มือถือ แท็บเล็ต หรือคอมพิวเตอร์ที่เข้าอินเทอร์เน็ตได้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07B44-D247-4C8D-9516-80C1A16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F4A04-EEAF-47E0-8537-845BEE4B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Browser: Chrome, Safari หรือ 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A631F-B7D3-4B99-AD5F-8C562246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3DEAA-9B77-4878-B273-378EE1DC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รหัสพนักงาน/อีเมล และรหัสผ่านเริ่มต้น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2BEF7-36A6-43AE-B5CC-6E294C75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F69758-3793-4BF8-B95A-20F8BC06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เปิด Location Services หากต้องเช็คอินผ่านแอป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4CB47-5168-4CFF-BFC6-E31DDCFB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E8CE5-2306-4754-A563-473633A1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ห้ามแชร์รหัสผ่านกับผู้อื่น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F4F09A-795B-4F4A-86EA-4AE8B87C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64A85C-74BA-4453-B265-3FB2464F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e1eca667e4a60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460DC8-E163-43A8-8025-386F33D4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Login mobile</a:t>
            </a:r>
          </a:p>
        </p:txBody>
      </p:sp>
      <p:sp>
        <p:nvSpPr>
          <p:cNvPr id="45" name="grad-hud-rail-3">
            <a:extLst xmlns:a="http://schemas.openxmlformats.org/drawingml/2006/main">
              <a:ext uri="{FF2B5EF4-FFF2-40B4-BE49-F238E27FC236}">
                <a16:creationId xmlns:a16="http://schemas.microsoft.com/office/drawing/2014/main" id="{D94A4B5B-50D2-4B7B-BF28-00013666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rail-gold-3">
            <a:extLst xmlns:a="http://schemas.openxmlformats.org/drawingml/2006/main">
              <a:ext uri="{FF2B5EF4-FFF2-40B4-BE49-F238E27FC236}">
                <a16:creationId xmlns:a16="http://schemas.microsoft.com/office/drawing/2014/main" id="{0E9FF648-EF87-446C-86E1-E40D0A4A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rail-thin-3">
            <a:extLst xmlns:a="http://schemas.openxmlformats.org/drawingml/2006/main">
              <a:ext uri="{FF2B5EF4-FFF2-40B4-BE49-F238E27FC236}">
                <a16:creationId xmlns:a16="http://schemas.microsoft.com/office/drawing/2014/main" id="{36F1B66A-4708-4586-8340-12EB589C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left-v-3">
            <a:extLst xmlns:a="http://schemas.openxmlformats.org/drawingml/2006/main">
              <a:ext uri="{FF2B5EF4-FFF2-40B4-BE49-F238E27FC236}">
                <a16:creationId xmlns:a16="http://schemas.microsoft.com/office/drawing/2014/main" id="{88741A1D-2F31-4C19-80E5-A620D8D9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left-h-3">
            <a:extLst xmlns:a="http://schemas.openxmlformats.org/drawingml/2006/main">
              <a:ext uri="{FF2B5EF4-FFF2-40B4-BE49-F238E27FC236}">
                <a16:creationId xmlns:a16="http://schemas.microsoft.com/office/drawing/2014/main" id="{9A63ECA8-1587-4501-900E-F18AB214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3-0">
            <a:extLst xmlns:a="http://schemas.openxmlformats.org/drawingml/2006/main">
              <a:ext uri="{FF2B5EF4-FFF2-40B4-BE49-F238E27FC236}">
                <a16:creationId xmlns:a16="http://schemas.microsoft.com/office/drawing/2014/main" id="{78C0BB7B-D2D8-4A5B-A906-24CF0789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3-1">
            <a:extLst xmlns:a="http://schemas.openxmlformats.org/drawingml/2006/main">
              <a:ext uri="{FF2B5EF4-FFF2-40B4-BE49-F238E27FC236}">
                <a16:creationId xmlns:a16="http://schemas.microsoft.com/office/drawing/2014/main" id="{856E19D1-79CD-4336-A4FB-4918171D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3-2">
            <a:extLst xmlns:a="http://schemas.openxmlformats.org/drawingml/2006/main">
              <a:ext uri="{FF2B5EF4-FFF2-40B4-BE49-F238E27FC236}">
                <a16:creationId xmlns:a16="http://schemas.microsoft.com/office/drawing/2014/main" id="{0CD23E9B-FAF1-4D07-9432-6688D09B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3-3">
            <a:extLst xmlns:a="http://schemas.openxmlformats.org/drawingml/2006/main">
              <a:ext uri="{FF2B5EF4-FFF2-40B4-BE49-F238E27FC236}">
                <a16:creationId xmlns:a16="http://schemas.microsoft.com/office/drawing/2014/main" id="{39E974B0-2F10-40CC-B140-12533093F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3-4">
            <a:extLst xmlns:a="http://schemas.openxmlformats.org/drawingml/2006/main">
              <a:ext uri="{FF2B5EF4-FFF2-40B4-BE49-F238E27FC236}">
                <a16:creationId xmlns:a16="http://schemas.microsoft.com/office/drawing/2014/main" id="{20E7D1D1-4496-4E7C-B72F-23D7D4D3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3-5">
            <a:extLst xmlns:a="http://schemas.openxmlformats.org/drawingml/2006/main">
              <a:ext uri="{FF2B5EF4-FFF2-40B4-BE49-F238E27FC236}">
                <a16:creationId xmlns:a16="http://schemas.microsoft.com/office/drawing/2014/main" id="{F6674FD3-42AA-4995-B0E8-067570D3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ad-hud-tick-3-6">
            <a:extLst xmlns:a="http://schemas.openxmlformats.org/drawingml/2006/main">
              <a:ext uri="{FF2B5EF4-FFF2-40B4-BE49-F238E27FC236}">
                <a16:creationId xmlns:a16="http://schemas.microsoft.com/office/drawing/2014/main" id="{B678D5FB-CE33-4EEB-8170-6B35BA19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ad-hud-tick-3-7">
            <a:extLst xmlns:a="http://schemas.openxmlformats.org/drawingml/2006/main">
              <a:ext uri="{FF2B5EF4-FFF2-40B4-BE49-F238E27FC236}">
                <a16:creationId xmlns:a16="http://schemas.microsoft.com/office/drawing/2014/main" id="{516994C7-4F33-4FC9-92F9-1173C644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4723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FD949-61FA-4B50-B1CB-1C0BC2BF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37A42-1807-4638-9B2F-5B1BE242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F7FD0-78A7-4E2F-BDD1-D54043C2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การเข้าสู่ระบบ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28E7B-9BB0-4CB9-951F-D6F0D08D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พนักงานเข้าได้ด้วยรหัสพนักงานหรืออีเมล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C01B46-912C-4935-9A28-0D6F172F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4512D-8DE7-433C-BF38-9B3F5679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7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F773D-1DF0-41BF-AF61-5DBD20DA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ใส่รหัสพนักงานหรืออีเมล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5E1E5-F8D9-4B33-8ECF-DF6B5B9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504CE-59A4-464A-A810-BA92B258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ใส่รหัสผ่านที่บริษัทแจ้งให้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0E31E-21E4-4DD6-B296-C9961710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A530-C564-43DC-BCFF-39B1A2C7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เลือก “จำฉันไว้” เฉพาะเครื่องส่วนตัว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86148-5057-4B24-B69A-7016BF2A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FF458-88F7-4109-AADB-9FC3C4A6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ถ้าลืมรหัสผ่าน ให้กด “ลืมรหัสผ่าน?” หรือแจ้ง HR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0A289-7C37-4EB0-AD79-94372D7B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CC7C6-A552-4815-ABBE-E3DA7567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52b1ee9654f85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98DCB-8584-4433-8B45-38CFD079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 Login</a:t>
            </a:r>
          </a:p>
        </p:txBody>
      </p:sp>
      <p:sp>
        <p:nvSpPr>
          <p:cNvPr id="43" name="grad-hud-rail-4">
            <a:extLst xmlns:a="http://schemas.openxmlformats.org/drawingml/2006/main">
              <a:ext uri="{FF2B5EF4-FFF2-40B4-BE49-F238E27FC236}">
                <a16:creationId xmlns:a16="http://schemas.microsoft.com/office/drawing/2014/main" id="{B3E16BEC-E278-4080-909B-101E19B8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4">
            <a:extLst xmlns:a="http://schemas.openxmlformats.org/drawingml/2006/main">
              <a:ext uri="{FF2B5EF4-FFF2-40B4-BE49-F238E27FC236}">
                <a16:creationId xmlns:a16="http://schemas.microsoft.com/office/drawing/2014/main" id="{0F385A3B-348C-4CB6-8604-EEEC5616B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4">
            <a:extLst xmlns:a="http://schemas.openxmlformats.org/drawingml/2006/main">
              <a:ext uri="{FF2B5EF4-FFF2-40B4-BE49-F238E27FC236}">
                <a16:creationId xmlns:a16="http://schemas.microsoft.com/office/drawing/2014/main" id="{D80ED9AA-A08F-4DED-881B-D4F83522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4">
            <a:extLst xmlns:a="http://schemas.openxmlformats.org/drawingml/2006/main">
              <a:ext uri="{FF2B5EF4-FFF2-40B4-BE49-F238E27FC236}">
                <a16:creationId xmlns:a16="http://schemas.microsoft.com/office/drawing/2014/main" id="{C7600A37-636C-4DBB-95C8-DBBA6230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4">
            <a:extLst xmlns:a="http://schemas.openxmlformats.org/drawingml/2006/main">
              <a:ext uri="{FF2B5EF4-FFF2-40B4-BE49-F238E27FC236}">
                <a16:creationId xmlns:a16="http://schemas.microsoft.com/office/drawing/2014/main" id="{95D608C7-A819-4213-A7D2-DBAE0F98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4-0">
            <a:extLst xmlns:a="http://schemas.openxmlformats.org/drawingml/2006/main">
              <a:ext uri="{FF2B5EF4-FFF2-40B4-BE49-F238E27FC236}">
                <a16:creationId xmlns:a16="http://schemas.microsoft.com/office/drawing/2014/main" id="{45402023-42D5-441F-A821-4C5E0B3A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4-1">
            <a:extLst xmlns:a="http://schemas.openxmlformats.org/drawingml/2006/main">
              <a:ext uri="{FF2B5EF4-FFF2-40B4-BE49-F238E27FC236}">
                <a16:creationId xmlns:a16="http://schemas.microsoft.com/office/drawing/2014/main" id="{E0C9C07A-515A-4B8B-9DBD-D56512D3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4-2">
            <a:extLst xmlns:a="http://schemas.openxmlformats.org/drawingml/2006/main">
              <a:ext uri="{FF2B5EF4-FFF2-40B4-BE49-F238E27FC236}">
                <a16:creationId xmlns:a16="http://schemas.microsoft.com/office/drawing/2014/main" id="{74CE484D-F957-4BFE-910E-845D5950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4-3">
            <a:extLst xmlns:a="http://schemas.openxmlformats.org/drawingml/2006/main">
              <a:ext uri="{FF2B5EF4-FFF2-40B4-BE49-F238E27FC236}">
                <a16:creationId xmlns:a16="http://schemas.microsoft.com/office/drawing/2014/main" id="{E984525A-B70F-46D5-AE15-195B6731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4-4">
            <a:extLst xmlns:a="http://schemas.openxmlformats.org/drawingml/2006/main">
              <a:ext uri="{FF2B5EF4-FFF2-40B4-BE49-F238E27FC236}">
                <a16:creationId xmlns:a16="http://schemas.microsoft.com/office/drawing/2014/main" id="{972C7E76-9A30-45A8-84E5-6270392D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4-5">
            <a:extLst xmlns:a="http://schemas.openxmlformats.org/drawingml/2006/main">
              <a:ext uri="{FF2B5EF4-FFF2-40B4-BE49-F238E27FC236}">
                <a16:creationId xmlns:a16="http://schemas.microsoft.com/office/drawing/2014/main" id="{F632E6C2-8C5D-4660-AFFB-86CA23BA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4-6">
            <a:extLst xmlns:a="http://schemas.openxmlformats.org/drawingml/2006/main">
              <a:ext uri="{FF2B5EF4-FFF2-40B4-BE49-F238E27FC236}">
                <a16:creationId xmlns:a16="http://schemas.microsoft.com/office/drawing/2014/main" id="{C1D9E6B2-DB60-4DDB-A98A-141CC1DF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4-7">
            <a:extLst xmlns:a="http://schemas.openxmlformats.org/drawingml/2006/main">
              <a:ext uri="{FF2B5EF4-FFF2-40B4-BE49-F238E27FC236}">
                <a16:creationId xmlns:a16="http://schemas.microsoft.com/office/drawing/2014/main" id="{FDB845E5-B215-4A7F-AE9C-D8C445EC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47504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936F8-3990-4EC1-89EE-078F6357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C9173-5459-4793-9B2B-3EA1F25E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BFF26-8471-4368-8FAA-39DAAF32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เมนูหลักบนมือถือ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1D57D-64A8-4F2B-8FF4-EE72D243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พนักงานส่วนใหญ่จะใช้งานผ่าน bottom navigation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0AD5B-9F7A-42F6-A99F-EBC7703C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49088-98F7-47E6-933C-A6215EBB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A7780-8BE3-4BC0-A682-504B591B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หน้าแรก: สรุปประกาศ สถานะ และเมนูลัด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4B777-C593-4393-9C95-03B2B9C6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95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F8E29-0749-4506-8FD1-8B5F6DCC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เช็คอิน: บันทึกเวลาเข้า-ออกงาน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F34DE-836B-4A8D-A6F6-70766A00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7A727-D749-4BAC-85D7-98445C45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ลา/WFH: ใบลา ขอ WFH วันหยุดสะสม และปฏิทิน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EFE43-FE38-41DB-9F1E-834D2C46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75E68A-C5C7-4CB3-B65C-5D363A21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ประกาศ: อ่านข่าวสารบริษัท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13D84-1C1F-4125-92B8-BB1EDD9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B7CBB-7D1B-4150-A2D5-AF247576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เพิ่มเติม: โปรไฟล์ ใครไม่อยู่ ผังองค์กร จองห้องประชุม ตั้งค่า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887E8-3D6C-4915-B051-E2A98FB7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00F95-F9C5-447B-8FF1-B16E6E5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120dfca9fa4d8e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A2B006-B95B-4879-8989-FF84D87E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เมนูเพิ่มเติม</a:t>
            </a:r>
          </a:p>
        </p:txBody>
      </p:sp>
      <p:sp>
        <p:nvSpPr>
          <p:cNvPr id="45" name="grad-hud-rail-5">
            <a:extLst xmlns:a="http://schemas.openxmlformats.org/drawingml/2006/main">
              <a:ext uri="{FF2B5EF4-FFF2-40B4-BE49-F238E27FC236}">
                <a16:creationId xmlns:a16="http://schemas.microsoft.com/office/drawing/2014/main" id="{BE8823A0-6F9A-4814-8D8D-841C4DC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rail-gold-5">
            <a:extLst xmlns:a="http://schemas.openxmlformats.org/drawingml/2006/main">
              <a:ext uri="{FF2B5EF4-FFF2-40B4-BE49-F238E27FC236}">
                <a16:creationId xmlns:a16="http://schemas.microsoft.com/office/drawing/2014/main" id="{D17D4175-47B3-4F93-8E08-1624794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rail-thin-5">
            <a:extLst xmlns:a="http://schemas.openxmlformats.org/drawingml/2006/main">
              <a:ext uri="{FF2B5EF4-FFF2-40B4-BE49-F238E27FC236}">
                <a16:creationId xmlns:a16="http://schemas.microsoft.com/office/drawing/2014/main" id="{C9C4CA75-281B-47F5-9589-45221719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left-v-5">
            <a:extLst xmlns:a="http://schemas.openxmlformats.org/drawingml/2006/main">
              <a:ext uri="{FF2B5EF4-FFF2-40B4-BE49-F238E27FC236}">
                <a16:creationId xmlns:a16="http://schemas.microsoft.com/office/drawing/2014/main" id="{241332F0-D4DB-45D3-A072-B5AF909A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left-h-5">
            <a:extLst xmlns:a="http://schemas.openxmlformats.org/drawingml/2006/main">
              <a:ext uri="{FF2B5EF4-FFF2-40B4-BE49-F238E27FC236}">
                <a16:creationId xmlns:a16="http://schemas.microsoft.com/office/drawing/2014/main" id="{1C0FDCC7-E5BB-400B-B7EE-EE88DA03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5-0">
            <a:extLst xmlns:a="http://schemas.openxmlformats.org/drawingml/2006/main">
              <a:ext uri="{FF2B5EF4-FFF2-40B4-BE49-F238E27FC236}">
                <a16:creationId xmlns:a16="http://schemas.microsoft.com/office/drawing/2014/main" id="{F37D9EA4-C1AA-4E5D-91CB-73E5E6B4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5-1">
            <a:extLst xmlns:a="http://schemas.openxmlformats.org/drawingml/2006/main">
              <a:ext uri="{FF2B5EF4-FFF2-40B4-BE49-F238E27FC236}">
                <a16:creationId xmlns:a16="http://schemas.microsoft.com/office/drawing/2014/main" id="{0E651273-DD6E-4587-A7CA-B6936CBE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5-2">
            <a:extLst xmlns:a="http://schemas.openxmlformats.org/drawingml/2006/main">
              <a:ext uri="{FF2B5EF4-FFF2-40B4-BE49-F238E27FC236}">
                <a16:creationId xmlns:a16="http://schemas.microsoft.com/office/drawing/2014/main" id="{BEA48AF0-7507-47DC-B420-B6CF8F35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5-3">
            <a:extLst xmlns:a="http://schemas.openxmlformats.org/drawingml/2006/main">
              <a:ext uri="{FF2B5EF4-FFF2-40B4-BE49-F238E27FC236}">
                <a16:creationId xmlns:a16="http://schemas.microsoft.com/office/drawing/2014/main" id="{8C0A6EBD-BD6B-41AE-83C6-EA6940A7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5-4">
            <a:extLst xmlns:a="http://schemas.openxmlformats.org/drawingml/2006/main">
              <a:ext uri="{FF2B5EF4-FFF2-40B4-BE49-F238E27FC236}">
                <a16:creationId xmlns:a16="http://schemas.microsoft.com/office/drawing/2014/main" id="{E4BC8B3D-3786-463E-87C1-82EEF062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5-5">
            <a:extLst xmlns:a="http://schemas.openxmlformats.org/drawingml/2006/main">
              <a:ext uri="{FF2B5EF4-FFF2-40B4-BE49-F238E27FC236}">
                <a16:creationId xmlns:a16="http://schemas.microsoft.com/office/drawing/2014/main" id="{F1F49AB2-2463-4499-A5AE-D015A86B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ad-hud-tick-5-6">
            <a:extLst xmlns:a="http://schemas.openxmlformats.org/drawingml/2006/main">
              <a:ext uri="{FF2B5EF4-FFF2-40B4-BE49-F238E27FC236}">
                <a16:creationId xmlns:a16="http://schemas.microsoft.com/office/drawing/2014/main" id="{6BE343BC-BE5D-4E61-B4C8-1A179D4F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ad-hud-tick-5-7">
            <a:extLst xmlns:a="http://schemas.openxmlformats.org/drawingml/2006/main">
              <a:ext uri="{FF2B5EF4-FFF2-40B4-BE49-F238E27FC236}">
                <a16:creationId xmlns:a16="http://schemas.microsoft.com/office/drawing/2014/main" id="{192E7709-D1AB-4502-805F-CF43DA76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40897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DDAD9-F0A0-4F07-BC6D-BCD33E44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802AC-6835-4AE2-8A6E-2FCE205F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704F2-A652-44BE-AFCC-874BB191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หน้าแรกของพนักงาน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C4967-5A2C-46D0-AE7D-AFE92805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เริ่มจากหน้านี้เพื่อตรวจสิ่งที่ต้องรู้วันนี้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B8EA3-18D9-49D3-989D-4BAE3379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427483-4332-4438-87E6-63E64F9F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6CA6D-BB3A-4302-99AC-13AECFFF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5581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ดูประกาศล่าสุดและแจ้งเตือนบนกระดิ่ง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69B5A-CA05-4565-9581-F4C2F86A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C8411-5D31-498A-BB35-F31B545A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5581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ดูสรุปการมาสาย/คงเหลือของตนเอง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45DC0-6DD5-4E28-8DCA-B6D11B3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AE652-0CBB-407C-9286-DEEE6937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5581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ดูว่าใครไม่อยู่วันนี้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407A2-AACD-4E50-B71C-BD66A3BD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1AB30-76B0-4754-85EA-8F8D0787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5581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ใช้เมนูลัดเพื่อไปยังงานที่ใช้บ่อย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0F780-EDD1-48B2-80DE-B8A9A944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5300"/>
            <a:ext cx="2857500" cy="6000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EC79A-8D02-4DF0-B290-6E07587E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15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8b45fced14c08"/>
          <a:srcRect xmlns:a="http://schemas.openxmlformats.org/drawingml/2006/main" l="4" t="0" r="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609600"/>
            <a:ext cx="2667000" cy="577215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5F18B-7604-4E14-A427-9D17DFF7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572250"/>
            <a:ext cx="2762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Dashboard</a:t>
            </a:r>
          </a:p>
        </p:txBody>
      </p:sp>
      <p:sp>
        <p:nvSpPr>
          <p:cNvPr id="43" name="grad-hud-rail-6">
            <a:extLst xmlns:a="http://schemas.openxmlformats.org/drawingml/2006/main">
              <a:ext uri="{FF2B5EF4-FFF2-40B4-BE49-F238E27FC236}">
                <a16:creationId xmlns:a16="http://schemas.microsoft.com/office/drawing/2014/main" id="{729A718A-AF18-45CE-A26F-18BE5828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6">
            <a:extLst xmlns:a="http://schemas.openxmlformats.org/drawingml/2006/main">
              <a:ext uri="{FF2B5EF4-FFF2-40B4-BE49-F238E27FC236}">
                <a16:creationId xmlns:a16="http://schemas.microsoft.com/office/drawing/2014/main" id="{286A48A1-C324-4BBB-A8AE-9A80F2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6">
            <a:extLst xmlns:a="http://schemas.openxmlformats.org/drawingml/2006/main">
              <a:ext uri="{FF2B5EF4-FFF2-40B4-BE49-F238E27FC236}">
                <a16:creationId xmlns:a16="http://schemas.microsoft.com/office/drawing/2014/main" id="{D8FEFE1E-CE53-4AE2-AFFA-578D2CAB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6">
            <a:extLst xmlns:a="http://schemas.openxmlformats.org/drawingml/2006/main">
              <a:ext uri="{FF2B5EF4-FFF2-40B4-BE49-F238E27FC236}">
                <a16:creationId xmlns:a16="http://schemas.microsoft.com/office/drawing/2014/main" id="{2534E950-D18D-4F6A-BF96-1EB9031B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6">
            <a:extLst xmlns:a="http://schemas.openxmlformats.org/drawingml/2006/main">
              <a:ext uri="{FF2B5EF4-FFF2-40B4-BE49-F238E27FC236}">
                <a16:creationId xmlns:a16="http://schemas.microsoft.com/office/drawing/2014/main" id="{C33A4327-EF95-4ED7-8257-9BA42ABC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6-0">
            <a:extLst xmlns:a="http://schemas.openxmlformats.org/drawingml/2006/main">
              <a:ext uri="{FF2B5EF4-FFF2-40B4-BE49-F238E27FC236}">
                <a16:creationId xmlns:a16="http://schemas.microsoft.com/office/drawing/2014/main" id="{2290BF34-4DB7-40C7-8B8F-3D30930D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6-1">
            <a:extLst xmlns:a="http://schemas.openxmlformats.org/drawingml/2006/main">
              <a:ext uri="{FF2B5EF4-FFF2-40B4-BE49-F238E27FC236}">
                <a16:creationId xmlns:a16="http://schemas.microsoft.com/office/drawing/2014/main" id="{8028AEC7-733F-4B47-A53C-A8806DCE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6-2">
            <a:extLst xmlns:a="http://schemas.openxmlformats.org/drawingml/2006/main">
              <a:ext uri="{FF2B5EF4-FFF2-40B4-BE49-F238E27FC236}">
                <a16:creationId xmlns:a16="http://schemas.microsoft.com/office/drawing/2014/main" id="{1315CD77-B3EE-4C79-9923-E3EBC69E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6-3">
            <a:extLst xmlns:a="http://schemas.openxmlformats.org/drawingml/2006/main">
              <a:ext uri="{FF2B5EF4-FFF2-40B4-BE49-F238E27FC236}">
                <a16:creationId xmlns:a16="http://schemas.microsoft.com/office/drawing/2014/main" id="{E6D86FAD-21B5-4952-9ED0-98AA9B88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6-4">
            <a:extLst xmlns:a="http://schemas.openxmlformats.org/drawingml/2006/main">
              <a:ext uri="{FF2B5EF4-FFF2-40B4-BE49-F238E27FC236}">
                <a16:creationId xmlns:a16="http://schemas.microsoft.com/office/drawing/2014/main" id="{563ADB2D-49A7-40F8-B184-5BF756D4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6-5">
            <a:extLst xmlns:a="http://schemas.openxmlformats.org/drawingml/2006/main">
              <a:ext uri="{FF2B5EF4-FFF2-40B4-BE49-F238E27FC236}">
                <a16:creationId xmlns:a16="http://schemas.microsoft.com/office/drawing/2014/main" id="{09D4EBAF-5664-49C6-AA16-6533EECC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6-6">
            <a:extLst xmlns:a="http://schemas.openxmlformats.org/drawingml/2006/main">
              <a:ext uri="{FF2B5EF4-FFF2-40B4-BE49-F238E27FC236}">
                <a16:creationId xmlns:a16="http://schemas.microsoft.com/office/drawing/2014/main" id="{35AEE095-2AB6-4548-9C85-68356E7E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6-7">
            <a:extLst xmlns:a="http://schemas.openxmlformats.org/drawingml/2006/main">
              <a:ext uri="{FF2B5EF4-FFF2-40B4-BE49-F238E27FC236}">
                <a16:creationId xmlns:a16="http://schemas.microsoft.com/office/drawing/2014/main" id="{53044BA4-C57F-478E-813A-6166859D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7934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99183-A789-495E-8A3F-1C54E0AA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75861-5FBB-47C8-A7F9-C3650858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37A4F-C350-41EE-B81E-6208B4AB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การเช็คอินและเช็คเอาท์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6E743-9D2F-45EB-8141-82AB65ED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ระบบรองรับหลายรูปแบบการทำงาน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19E26-15A6-45D2-A80A-455EBBE1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E8EDD-1C98-451C-A08F-12A141F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D25BC-4A8F-4314-B332-BBFF620F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มาทำงานที่ออฟฟิศ: ใช้ทาบบัตร HIP หรือเช็คอินออฟฟิศ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EC318-1447-44F4-8BE4-E5A50157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A6978-0500-4389-9CF3-1755C162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Work From Home: ต้องมีประกาศบริษัทหรือคำขออนุมัติแล้ว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DC1F5-FA31-4718-A1E9-592DDE4C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5CA33-126E-4AC1-8DCB-AA81EB90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นอก Head Office: เฉพาะพนักงานที่บริษัทกำหนด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8D761-F810-42B1-AED5-DB8C0539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2DDCBD-0840-4837-8AD5-8B7BED96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ภาคสนาม/ออกประชุม: ต้องระบุเหตุผลและบันทึก GPS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562D5-B0DB-49A7-BC3D-AC273C87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14580-6B60-4676-9AA4-2E770135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586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ทุกการบันทึกสำคัญจะมีหน้าต่างยืนยันก่อน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02BE2-36DA-4245-968C-1259F627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F981B-2A71-4E49-8B65-81E438D0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f9caf5da94a80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F95A1-08DB-45AB-BBA4-F5899FF8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หน้าเช็คอิน</a:t>
            </a:r>
          </a:p>
        </p:txBody>
      </p:sp>
      <p:sp>
        <p:nvSpPr>
          <p:cNvPr id="45" name="grad-hud-rail-7">
            <a:extLst xmlns:a="http://schemas.openxmlformats.org/drawingml/2006/main">
              <a:ext uri="{FF2B5EF4-FFF2-40B4-BE49-F238E27FC236}">
                <a16:creationId xmlns:a16="http://schemas.microsoft.com/office/drawing/2014/main" id="{D13E613B-D9BC-41BE-B863-6B1615E0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rail-gold-7">
            <a:extLst xmlns:a="http://schemas.openxmlformats.org/drawingml/2006/main">
              <a:ext uri="{FF2B5EF4-FFF2-40B4-BE49-F238E27FC236}">
                <a16:creationId xmlns:a16="http://schemas.microsoft.com/office/drawing/2014/main" id="{58B4B17F-0DE5-4175-8049-AADA3C1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rail-thin-7">
            <a:extLst xmlns:a="http://schemas.openxmlformats.org/drawingml/2006/main">
              <a:ext uri="{FF2B5EF4-FFF2-40B4-BE49-F238E27FC236}">
                <a16:creationId xmlns:a16="http://schemas.microsoft.com/office/drawing/2014/main" id="{6438B966-E045-4D0F-90B0-263CB894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left-v-7">
            <a:extLst xmlns:a="http://schemas.openxmlformats.org/drawingml/2006/main">
              <a:ext uri="{FF2B5EF4-FFF2-40B4-BE49-F238E27FC236}">
                <a16:creationId xmlns:a16="http://schemas.microsoft.com/office/drawing/2014/main" id="{E972E154-737C-4E9B-B87C-092E1E23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left-h-7">
            <a:extLst xmlns:a="http://schemas.openxmlformats.org/drawingml/2006/main">
              <a:ext uri="{FF2B5EF4-FFF2-40B4-BE49-F238E27FC236}">
                <a16:creationId xmlns:a16="http://schemas.microsoft.com/office/drawing/2014/main" id="{D9DB6DF2-89DD-404D-9F7F-C36539D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7-0">
            <a:extLst xmlns:a="http://schemas.openxmlformats.org/drawingml/2006/main">
              <a:ext uri="{FF2B5EF4-FFF2-40B4-BE49-F238E27FC236}">
                <a16:creationId xmlns:a16="http://schemas.microsoft.com/office/drawing/2014/main" id="{1D302F6A-6064-4B78-95AB-CBB6BA09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7-1">
            <a:extLst xmlns:a="http://schemas.openxmlformats.org/drawingml/2006/main">
              <a:ext uri="{FF2B5EF4-FFF2-40B4-BE49-F238E27FC236}">
                <a16:creationId xmlns:a16="http://schemas.microsoft.com/office/drawing/2014/main" id="{BE0F030C-E1BC-4405-918B-53A62459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7-2">
            <a:extLst xmlns:a="http://schemas.openxmlformats.org/drawingml/2006/main">
              <a:ext uri="{FF2B5EF4-FFF2-40B4-BE49-F238E27FC236}">
                <a16:creationId xmlns:a16="http://schemas.microsoft.com/office/drawing/2014/main" id="{6E90F62D-A345-4532-83FA-3C1DD3E0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7-3">
            <a:extLst xmlns:a="http://schemas.openxmlformats.org/drawingml/2006/main">
              <a:ext uri="{FF2B5EF4-FFF2-40B4-BE49-F238E27FC236}">
                <a16:creationId xmlns:a16="http://schemas.microsoft.com/office/drawing/2014/main" id="{F1E05996-9F12-4260-AD44-4EE63CD1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7-4">
            <a:extLst xmlns:a="http://schemas.openxmlformats.org/drawingml/2006/main">
              <a:ext uri="{FF2B5EF4-FFF2-40B4-BE49-F238E27FC236}">
                <a16:creationId xmlns:a16="http://schemas.microsoft.com/office/drawing/2014/main" id="{30BC493A-9AC9-4B6F-8BDF-575BDD67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7-5">
            <a:extLst xmlns:a="http://schemas.openxmlformats.org/drawingml/2006/main">
              <a:ext uri="{FF2B5EF4-FFF2-40B4-BE49-F238E27FC236}">
                <a16:creationId xmlns:a16="http://schemas.microsoft.com/office/drawing/2014/main" id="{AC1644A8-0362-4371-93AA-DFE4BBB8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ad-hud-tick-7-6">
            <a:extLst xmlns:a="http://schemas.openxmlformats.org/drawingml/2006/main">
              <a:ext uri="{FF2B5EF4-FFF2-40B4-BE49-F238E27FC236}">
                <a16:creationId xmlns:a16="http://schemas.microsoft.com/office/drawing/2014/main" id="{498358B6-54CC-4A03-B13C-323F4F7A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ad-hud-tick-7-7">
            <a:extLst xmlns:a="http://schemas.openxmlformats.org/drawingml/2006/main">
              <a:ext uri="{FF2B5EF4-FFF2-40B4-BE49-F238E27FC236}">
                <a16:creationId xmlns:a16="http://schemas.microsoft.com/office/drawing/2014/main" id="{D7B16DBB-BCBD-461E-ABEC-58CC6CF0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2001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CA8223-5FE4-4977-8C49-EA41281D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68D37-B819-4672-824E-5FEE05B5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B5023-2B98-4D39-AFCC-CD6E428E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ทาบบัตร HIP แล้วไม่ต้องเช็คอินซ้ำ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62CF4-F25D-49C4-914C-88ABCC5B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ข้อมูลบัตรคือหลักฐานเข้าออฟฟิศ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88544-80AD-4FA0-87C9-C2FE064C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DA62D-3A46-4E64-B94C-D83CCF7F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B11EA-D6C2-4764-BA98-6CA5EEE2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เมื่อระบบพบการทาบบัตร จะแสดงเวลา scan ให้เห็น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BB97E-3E2D-4B12-9923-E0640104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CE166-B62D-4930-8419-CDBDF597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ไม่ต้องกดเช็คอินผ่านแอปซ้ำ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C954D3-C7C7-4970-96A9-67CD47AC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D0963-522C-4E0A-B646-5AAFB130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หากทาบบัตรแล้วไม่ขึ้น ให้แจ้ง HR พร้อมชื่อ รหัส และเวลาที่ทาบ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64BF6-9592-445B-951A-40F0325E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D9315-40DD-4C01-B69E-FDE138CF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ถ้าทาบผิดหรือมีเหตุพิเศษ ใช้ลิงก์ “ฉันยังไม่ได้ทาบบัตร” ตามจริง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FA7EB-3E27-452F-B624-F98E62CC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8349A-AF39-4379-8981-E09DCE70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2a18c96d14c8a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404827-4BAB-4502-AE04-F370D01F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สถานะทาบบัตร</a:t>
            </a:r>
          </a:p>
        </p:txBody>
      </p:sp>
      <p:sp>
        <p:nvSpPr>
          <p:cNvPr id="43" name="grad-hud-rail-8">
            <a:extLst xmlns:a="http://schemas.openxmlformats.org/drawingml/2006/main">
              <a:ext uri="{FF2B5EF4-FFF2-40B4-BE49-F238E27FC236}">
                <a16:creationId xmlns:a16="http://schemas.microsoft.com/office/drawing/2014/main" id="{12D73B3F-4222-4C3E-902F-FC17CA49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8">
            <a:extLst xmlns:a="http://schemas.openxmlformats.org/drawingml/2006/main">
              <a:ext uri="{FF2B5EF4-FFF2-40B4-BE49-F238E27FC236}">
                <a16:creationId xmlns:a16="http://schemas.microsoft.com/office/drawing/2014/main" id="{E0729073-2869-412E-AA8D-E59CA54B1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8">
            <a:extLst xmlns:a="http://schemas.openxmlformats.org/drawingml/2006/main">
              <a:ext uri="{FF2B5EF4-FFF2-40B4-BE49-F238E27FC236}">
                <a16:creationId xmlns:a16="http://schemas.microsoft.com/office/drawing/2014/main" id="{839C3C06-E58F-46F4-BC1C-6A3A24C3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8">
            <a:extLst xmlns:a="http://schemas.openxmlformats.org/drawingml/2006/main">
              <a:ext uri="{FF2B5EF4-FFF2-40B4-BE49-F238E27FC236}">
                <a16:creationId xmlns:a16="http://schemas.microsoft.com/office/drawing/2014/main" id="{7711D92F-9C3D-4593-AF99-FDE795CF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8">
            <a:extLst xmlns:a="http://schemas.openxmlformats.org/drawingml/2006/main">
              <a:ext uri="{FF2B5EF4-FFF2-40B4-BE49-F238E27FC236}">
                <a16:creationId xmlns:a16="http://schemas.microsoft.com/office/drawing/2014/main" id="{E8937D25-706E-47DD-A3C2-F7A14241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8-0">
            <a:extLst xmlns:a="http://schemas.openxmlformats.org/drawingml/2006/main">
              <a:ext uri="{FF2B5EF4-FFF2-40B4-BE49-F238E27FC236}">
                <a16:creationId xmlns:a16="http://schemas.microsoft.com/office/drawing/2014/main" id="{1E627324-0E2A-4B6C-847B-F2768D24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8-1">
            <a:extLst xmlns:a="http://schemas.openxmlformats.org/drawingml/2006/main">
              <a:ext uri="{FF2B5EF4-FFF2-40B4-BE49-F238E27FC236}">
                <a16:creationId xmlns:a16="http://schemas.microsoft.com/office/drawing/2014/main" id="{9F944691-274A-4C49-BB15-F1901373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8-2">
            <a:extLst xmlns:a="http://schemas.openxmlformats.org/drawingml/2006/main">
              <a:ext uri="{FF2B5EF4-FFF2-40B4-BE49-F238E27FC236}">
                <a16:creationId xmlns:a16="http://schemas.microsoft.com/office/drawing/2014/main" id="{1B9A57D0-E130-4416-BF97-C2778E6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8-3">
            <a:extLst xmlns:a="http://schemas.openxmlformats.org/drawingml/2006/main">
              <a:ext uri="{FF2B5EF4-FFF2-40B4-BE49-F238E27FC236}">
                <a16:creationId xmlns:a16="http://schemas.microsoft.com/office/drawing/2014/main" id="{449866D0-6C3C-4319-893E-04514925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8-4">
            <a:extLst xmlns:a="http://schemas.openxmlformats.org/drawingml/2006/main">
              <a:ext uri="{FF2B5EF4-FFF2-40B4-BE49-F238E27FC236}">
                <a16:creationId xmlns:a16="http://schemas.microsoft.com/office/drawing/2014/main" id="{B85203A1-2F1F-4567-8344-142885BE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8-5">
            <a:extLst xmlns:a="http://schemas.openxmlformats.org/drawingml/2006/main">
              <a:ext uri="{FF2B5EF4-FFF2-40B4-BE49-F238E27FC236}">
                <a16:creationId xmlns:a16="http://schemas.microsoft.com/office/drawing/2014/main" id="{656B49B0-DE87-45BB-A27C-11877D3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8-6">
            <a:extLst xmlns:a="http://schemas.openxmlformats.org/drawingml/2006/main">
              <a:ext uri="{FF2B5EF4-FFF2-40B4-BE49-F238E27FC236}">
                <a16:creationId xmlns:a16="http://schemas.microsoft.com/office/drawing/2014/main" id="{5DA7938E-3981-4AB6-AD02-F2CA46FF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8-7">
            <a:extLst xmlns:a="http://schemas.openxmlformats.org/drawingml/2006/main">
              <a:ext uri="{FF2B5EF4-FFF2-40B4-BE49-F238E27FC236}">
                <a16:creationId xmlns:a16="http://schemas.microsoft.com/office/drawing/2014/main" id="{77F19063-210D-44B1-A9C5-D02FFAFF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89176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2A341-1B09-4F57-B138-8CEFD6BF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5B238-B49B-44F2-9844-12E7E416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A8932-3982-4FC9-9B7D-81FAA9DB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เลือกประเภทเช็คอินให้ถูก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C0722-35F5-4D2B-8A0D-21443E75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อย่าให้ข้อมูล WFH ปนกับงานนอก Head Office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C9CC8-ABC4-442E-A6C5-7AE39435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72563-EC4B-4B65-8D54-EC94CAB6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F8B275-9C78-46F9-8816-AB1D02CB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10E19-8E59-4136-AC3A-1307A95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12573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CBD5E1"/>
                </a:solidFill>
              </a:defRPr>
            </a:pPr>
            <a:r>
              <a:rPr sz="900" b="1">
                <a:solidFill>
                  <a:srgbClr val="2A0810"/>
                </a:solidFill>
              </a:rPr>
              <a:t>ออฟฟิศ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493A5-5473-460E-9B1E-717B1E72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6220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อยู่ในพื้นที่ออฟฟิศหรือทาบบัตร 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ABDBA-4E49-43B9-BACC-1528AC5D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EFBD6-4A99-47D4-9D78-26186545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DFDF2-9A6A-4194-9102-74B0FBF0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24225"/>
            <a:ext cx="12573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CBD5E1"/>
                </a:solidFill>
              </a:defRPr>
            </a:pPr>
            <a:r>
              <a:rPr sz="900" b="1">
                <a:solidFill>
                  <a:srgbClr val="2A0810"/>
                </a:solidFill>
              </a:rPr>
              <a:t>WFH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79E6F-A4FE-4C34-946C-39FFE72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ต้องได้รับอนุมัติหรือมีประกาศบริษัท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C60F4-2E86-45B4-B7CF-9DA03134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50D77-E2F0-453A-855D-3487E01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0F48A-E95E-43E2-AF31-F9EB767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12573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CBD5E1"/>
                </a:solidFill>
              </a:defRPr>
            </a:pPr>
            <a:r>
              <a:rPr sz="900" b="1">
                <a:solidFill>
                  <a:srgbClr val="2A0810"/>
                </a:solidFill>
              </a:rPr>
              <a:t>นอก Head Office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3D4371-67A1-4BCE-8603-B30CCBF2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5290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สำหรับรายชื่อพนักงานที่บริษัทกำหนด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28226-5CB9-4AD4-A109-BEF20F1D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5905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5065C-CC9C-4C6D-9205-DB844E32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4859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BD4EF3-3767-40E1-AF33-04F93029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2573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CBD5E1"/>
                </a:solidFill>
              </a:defRPr>
            </a:pPr>
            <a:r>
              <a:rPr sz="900" b="1">
                <a:solidFill>
                  <a:srgbClr val="2A0810"/>
                </a:solidFill>
              </a:rPr>
              <a:t>ภาคสนาม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3E4171-C5CB-40CB-BA71-04E6826A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48250"/>
            <a:ext cx="3714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ออกประชุม/พบลูกค้า ต้องใส่เหตุผล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224BC-5835-460C-ADA1-4569B36D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723900"/>
            <a:ext cx="2571750" cy="538162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F9355-A672-499A-8675-2D51814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8001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5c4a9cf944194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838200"/>
            <a:ext cx="2381250" cy="5153025"/>
          </a:xfrm>
          <a:prstGeom xmlns:a="http://schemas.openxmlformats.org/drawingml/2006/main" prst="round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2BFE8A-8236-48AE-ABC7-F9CC1D04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181725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 WFH</a:t>
            </a:r>
          </a:p>
        </p:txBody>
      </p:sp>
      <p:sp>
        <p:nvSpPr>
          <p:cNvPr id="51" name="grad-hud-rail-9">
            <a:extLst xmlns:a="http://schemas.openxmlformats.org/drawingml/2006/main">
              <a:ext uri="{FF2B5EF4-FFF2-40B4-BE49-F238E27FC236}">
                <a16:creationId xmlns:a16="http://schemas.microsoft.com/office/drawing/2014/main" id="{9F702849-45D1-45E9-967B-62F5F0D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rail-gold-9">
            <a:extLst xmlns:a="http://schemas.openxmlformats.org/drawingml/2006/main">
              <a:ext uri="{FF2B5EF4-FFF2-40B4-BE49-F238E27FC236}">
                <a16:creationId xmlns:a16="http://schemas.microsoft.com/office/drawing/2014/main" id="{CF5374D8-3B9B-497D-88C1-6531D00D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rail-thin-9">
            <a:extLst xmlns:a="http://schemas.openxmlformats.org/drawingml/2006/main">
              <a:ext uri="{FF2B5EF4-FFF2-40B4-BE49-F238E27FC236}">
                <a16:creationId xmlns:a16="http://schemas.microsoft.com/office/drawing/2014/main" id="{C89C17F3-77FF-4C05-AEF4-6989803A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left-v-9">
            <a:extLst xmlns:a="http://schemas.openxmlformats.org/drawingml/2006/main">
              <a:ext uri="{FF2B5EF4-FFF2-40B4-BE49-F238E27FC236}">
                <a16:creationId xmlns:a16="http://schemas.microsoft.com/office/drawing/2014/main" id="{1F35ED9B-75F3-471C-9992-0B00DBE8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left-h-9">
            <a:extLst xmlns:a="http://schemas.openxmlformats.org/drawingml/2006/main">
              <a:ext uri="{FF2B5EF4-FFF2-40B4-BE49-F238E27FC236}">
                <a16:creationId xmlns:a16="http://schemas.microsoft.com/office/drawing/2014/main" id="{178C8DE3-A420-4623-AE57-08855509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ad-hud-tick-9-0">
            <a:extLst xmlns:a="http://schemas.openxmlformats.org/drawingml/2006/main">
              <a:ext uri="{FF2B5EF4-FFF2-40B4-BE49-F238E27FC236}">
                <a16:creationId xmlns:a16="http://schemas.microsoft.com/office/drawing/2014/main" id="{9AF26297-F1B0-47B6-8334-31EA34E1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ad-hud-tick-9-1">
            <a:extLst xmlns:a="http://schemas.openxmlformats.org/drawingml/2006/main">
              <a:ext uri="{FF2B5EF4-FFF2-40B4-BE49-F238E27FC236}">
                <a16:creationId xmlns:a16="http://schemas.microsoft.com/office/drawing/2014/main" id="{25D744A6-2974-40C1-A342-034EA635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ad-hud-tick-9-2">
            <a:extLst xmlns:a="http://schemas.openxmlformats.org/drawingml/2006/main">
              <a:ext uri="{FF2B5EF4-FFF2-40B4-BE49-F238E27FC236}">
                <a16:creationId xmlns:a16="http://schemas.microsoft.com/office/drawing/2014/main" id="{300C500C-D795-4DF4-8212-9F777F06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grad-hud-tick-9-3">
            <a:extLst xmlns:a="http://schemas.openxmlformats.org/drawingml/2006/main">
              <a:ext uri="{FF2B5EF4-FFF2-40B4-BE49-F238E27FC236}">
                <a16:creationId xmlns:a16="http://schemas.microsoft.com/office/drawing/2014/main" id="{1EBDA84B-74EE-4117-A156-82C9E868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grad-hud-tick-9-4">
            <a:extLst xmlns:a="http://schemas.openxmlformats.org/drawingml/2006/main">
              <a:ext uri="{FF2B5EF4-FFF2-40B4-BE49-F238E27FC236}">
                <a16:creationId xmlns:a16="http://schemas.microsoft.com/office/drawing/2014/main" id="{7A26BAB8-CCCF-4019-BBD4-AC6AC198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grad-hud-tick-9-5">
            <a:extLst xmlns:a="http://schemas.openxmlformats.org/drawingml/2006/main">
              <a:ext uri="{FF2B5EF4-FFF2-40B4-BE49-F238E27FC236}">
                <a16:creationId xmlns:a16="http://schemas.microsoft.com/office/drawing/2014/main" id="{880F826B-07BC-49D7-8438-30EBA1F0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grad-hud-tick-9-6">
            <a:extLst xmlns:a="http://schemas.openxmlformats.org/drawingml/2006/main">
              <a:ext uri="{FF2B5EF4-FFF2-40B4-BE49-F238E27FC236}">
                <a16:creationId xmlns:a16="http://schemas.microsoft.com/office/drawing/2014/main" id="{073FA2A1-EE6A-47F4-B04C-CFF0A229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grad-hud-tick-9-7">
            <a:extLst xmlns:a="http://schemas.openxmlformats.org/drawingml/2006/main">
              <a:ext uri="{FF2B5EF4-FFF2-40B4-BE49-F238E27FC236}">
                <a16:creationId xmlns:a16="http://schemas.microsoft.com/office/drawing/2014/main" id="{0FBDCF89-C5D4-4B48-9280-4D571BA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2484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42BF4-FFEA-4EE8-9F1B-186A507C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49130-7BB8-44FF-95DC-6DFEA4BF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0298A-B4DD-4F5F-859B-C5D9BEF3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พนักงานประจำนอก Head Office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7066E-F751-4772-9306-96145429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กลุ่มนี้ไม่ต้องขอ WFH ทุกวัน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04E9D-430E-48F8-A2D8-15881F6C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A2058-085E-4C5F-AD85-48F34183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E3212-C5AE-4E75-A94A-7A1DDF55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819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ใช้ปุ่ม “เช็คอินนอก Head Office”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776CB-73C2-4DAD-9E6E-4AD75BE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4FE35-F621-4EEF-9B77-03951340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4819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ไม่ใช่ WFH และไม่ตัดวันลา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356652-7432-4D65-8C3E-3242800B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B867A-65F8-4172-A504-F8017E9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819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ระบบบันทึก GPS เพื่อใช้ตรวจสอบย้อนหลัง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33CD83-3D01-47C2-AD79-4EC5FE79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EA739-0964-46EC-8E8A-81936438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4819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ถ้าวันใดลาจริง ให้ยื่นใบลาตามปกติ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9CFA7-BF78-4DC2-A526-D4E5B603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57400"/>
            <a:ext cx="2286000" cy="304800"/>
          </a:xfrm>
          <a:prstGeom xmlns:a="http://schemas.openxmlformats.org/drawingml/2006/main" prst="roundRect">
            <a:avLst>
              <a:gd name="adj" fmla="val 375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รายชื่อ 8 คน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60445-8368-4BE0-9719-9784E313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021-42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6F97-0B6A-4FBE-8F68-C417E9A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527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ศุภดล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D7A4E-8630-4352-BAEF-CB63351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161-51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0A98E0-70D7-4031-B977-92AC9F16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527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ราเชนทร์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1C2FA-0C1D-44E3-8701-3E3FEFAD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344-57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30A81-3958-4248-9B19-AF5DFE4C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718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ยวนใจ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1DECA-2AB1-4D18-B5A4-18BEC53F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445-62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EB2AA-FC35-459B-B8D8-ABD0EDB9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สุกัญญา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58678C-087F-4CFA-A59B-9DA631F0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009-35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BB84A5-FD80-4192-B6CA-8C5D7083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ชรินทร์ทิพย์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B0B2D-89D9-4906-9246-5192C0B1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042-45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31A21-9C08-4DDD-8BA3-FDB9167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909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อุพาพร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6F6E43-F739-4F26-A24B-9145F728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148-51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0B58A-BC66-4988-94AF-50A2A461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อินดา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2F1336-3A1B-494F-96C2-34662E4D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10000"/>
            <a:ext cx="7810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 b="1">
                <a:solidFill>
                  <a:srgbClr val="FFC400"/>
                </a:solidFill>
              </a:rPr>
              <a:t>492-67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2E9AD-20E1-4E6F-9888-446B5883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10000"/>
            <a:ext cx="123825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</a:defRPr>
            </a:pPr>
            <a:r>
              <a:rPr sz="1200">
                <a:solidFill>
                  <a:srgbClr val="FFF7E6"/>
                </a:solidFill>
              </a:rPr>
              <a:t>ณัฐธิกา</a:t>
            </a:r>
          </a:p>
        </p:txBody>
      </p:sp>
      <p:sp>
        <p:nvSpPr>
          <p:cNvPr id="35" name="grad-hud-rail-10">
            <a:extLst xmlns:a="http://schemas.openxmlformats.org/drawingml/2006/main">
              <a:ext uri="{FF2B5EF4-FFF2-40B4-BE49-F238E27FC236}">
                <a16:creationId xmlns:a16="http://schemas.microsoft.com/office/drawing/2014/main" id="{5A952A8A-F1F3-48E6-B736-97B39752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grad-hud-rail-gold-10">
            <a:extLst xmlns:a="http://schemas.openxmlformats.org/drawingml/2006/main">
              <a:ext uri="{FF2B5EF4-FFF2-40B4-BE49-F238E27FC236}">
                <a16:creationId xmlns:a16="http://schemas.microsoft.com/office/drawing/2014/main" id="{89F1FEE5-C66F-455D-A23D-532FCDA7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rad-hud-rail-thin-10">
            <a:extLst xmlns:a="http://schemas.openxmlformats.org/drawingml/2006/main">
              <a:ext uri="{FF2B5EF4-FFF2-40B4-BE49-F238E27FC236}">
                <a16:creationId xmlns:a16="http://schemas.microsoft.com/office/drawing/2014/main" id="{D083406A-2D69-4F40-B20B-BAE8D9DB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66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rad-hud-left-v-10">
            <a:extLst xmlns:a="http://schemas.openxmlformats.org/drawingml/2006/main">
              <a:ext uri="{FF2B5EF4-FFF2-40B4-BE49-F238E27FC236}">
                <a16:creationId xmlns:a16="http://schemas.microsoft.com/office/drawing/2014/main" id="{60019F1D-E31E-436E-8257-6745A37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rad-hud-left-h-10">
            <a:extLst xmlns:a="http://schemas.openxmlformats.org/drawingml/2006/main">
              <a:ext uri="{FF2B5EF4-FFF2-40B4-BE49-F238E27FC236}">
                <a16:creationId xmlns:a16="http://schemas.microsoft.com/office/drawing/2014/main" id="{E4F0E850-40E4-4124-BC40-499794A7C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grad-hud-tick-10-0">
            <a:extLst xmlns:a="http://schemas.openxmlformats.org/drawingml/2006/main">
              <a:ext uri="{FF2B5EF4-FFF2-40B4-BE49-F238E27FC236}">
                <a16:creationId xmlns:a16="http://schemas.microsoft.com/office/drawing/2014/main" id="{1CDAC0A3-5AC1-4B8C-8302-048A0931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rad-hud-tick-10-1">
            <a:extLst xmlns:a="http://schemas.openxmlformats.org/drawingml/2006/main">
              <a:ext uri="{FF2B5EF4-FFF2-40B4-BE49-F238E27FC236}">
                <a16:creationId xmlns:a16="http://schemas.microsoft.com/office/drawing/2014/main" id="{8890AF79-D003-49F1-A81D-4AB3741D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rad-hud-tick-10-2">
            <a:extLst xmlns:a="http://schemas.openxmlformats.org/drawingml/2006/main">
              <a:ext uri="{FF2B5EF4-FFF2-40B4-BE49-F238E27FC236}">
                <a16:creationId xmlns:a16="http://schemas.microsoft.com/office/drawing/2014/main" id="{319F95FA-C727-4BBF-81A8-72643ED2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rad-hud-tick-10-3">
            <a:extLst xmlns:a="http://schemas.openxmlformats.org/drawingml/2006/main">
              <a:ext uri="{FF2B5EF4-FFF2-40B4-BE49-F238E27FC236}">
                <a16:creationId xmlns:a16="http://schemas.microsoft.com/office/drawing/2014/main" id="{12A1C6F6-E746-4C2D-B1B4-4BEC1BD8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tick-10-4">
            <a:extLst xmlns:a="http://schemas.openxmlformats.org/drawingml/2006/main">
              <a:ext uri="{FF2B5EF4-FFF2-40B4-BE49-F238E27FC236}">
                <a16:creationId xmlns:a16="http://schemas.microsoft.com/office/drawing/2014/main" id="{10A7AB7D-3F2A-4EC1-B298-1F274C47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tick-10-5">
            <a:extLst xmlns:a="http://schemas.openxmlformats.org/drawingml/2006/main">
              <a:ext uri="{FF2B5EF4-FFF2-40B4-BE49-F238E27FC236}">
                <a16:creationId xmlns:a16="http://schemas.microsoft.com/office/drawing/2014/main" id="{CD9DFC31-D3AD-4F12-9322-9D0E4704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tick-10-6">
            <a:extLst xmlns:a="http://schemas.openxmlformats.org/drawingml/2006/main">
              <a:ext uri="{FF2B5EF4-FFF2-40B4-BE49-F238E27FC236}">
                <a16:creationId xmlns:a16="http://schemas.microsoft.com/office/drawing/2014/main" id="{95EF0289-4287-4D7E-A885-EA56DF44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tick-10-7">
            <a:extLst xmlns:a="http://schemas.openxmlformats.org/drawingml/2006/main">
              <a:ext uri="{FF2B5EF4-FFF2-40B4-BE49-F238E27FC236}">
                <a16:creationId xmlns:a16="http://schemas.microsoft.com/office/drawing/2014/main" id="{1F0604B9-CB69-4C2A-B335-668635C2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corner-h-10">
            <a:extLst xmlns:a="http://schemas.openxmlformats.org/drawingml/2006/main">
              <a:ext uri="{FF2B5EF4-FFF2-40B4-BE49-F238E27FC236}">
                <a16:creationId xmlns:a16="http://schemas.microsoft.com/office/drawing/2014/main" id="{2B65EFB9-5F1A-4C10-8E9C-FF817292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81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corner-v-10">
            <a:extLst xmlns:a="http://schemas.openxmlformats.org/drawingml/2006/main">
              <a:ext uri="{FF2B5EF4-FFF2-40B4-BE49-F238E27FC236}">
                <a16:creationId xmlns:a16="http://schemas.microsoft.com/office/drawing/2014/main" id="{A2BC8AF2-C7D7-4BCB-B06C-DAFD3A4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810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corner-gold-10">
            <a:extLst xmlns:a="http://schemas.openxmlformats.org/drawingml/2006/main">
              <a:ext uri="{FF2B5EF4-FFF2-40B4-BE49-F238E27FC236}">
                <a16:creationId xmlns:a16="http://schemas.microsoft.com/office/drawing/2014/main" id="{EFC43F51-8C48-400B-87A6-7D27747B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667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032996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763C7-E8BC-47EC-8CA5-446B0D29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0A255-538C-4B52-A84F-CDDD1766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61448-5E9F-4FA0-9351-221440A9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การลาของฉัน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E60E8-9EB7-4C4F-870D-AADA53C1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ดูยอดคงเหลือและเริ่มยื่นใบลา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98A8F-00F1-44CC-9CD6-4BB1858D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97AF08-7D7B-4D36-BD5F-7251FE50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E3FA1-1EB4-42AC-B6CD-5F567593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กดเมนู ลา/WFH &gt; ใบลา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E10E8-DF68-4F77-8377-8E2984A3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577CF-575C-4F08-9488-DE9E2615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ดูยอดวันลาคงเหลือของแต่ละประเภท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E576D-3DD5-4704-BB6C-35B043B4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3C47B-1DB5-4B42-A804-19000AC8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กด “ยื่นใบลาใหม่” เมื่อต้องการลา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A799D-2B2C-477B-9AA3-542521DB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39E01-5C9E-49EB-A000-6FB72C31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FFF7E6"/>
                </a:solidFill>
              </a:rPr>
              <a:t>ตรวจสถานะใบลาของตนเองได้จากหน้านี้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F62DC-B3DD-4BB2-9D2D-DBDFBD6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14383-690F-45B8-9CBD-13248DC9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39eb3258540af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9CA5B-B1DD-42D9-B1B1-4543E457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หน้าใบลา</a:t>
            </a:r>
          </a:p>
        </p:txBody>
      </p:sp>
      <p:sp>
        <p:nvSpPr>
          <p:cNvPr id="43" name="grad-hud-rail-11">
            <a:extLst xmlns:a="http://schemas.openxmlformats.org/drawingml/2006/main">
              <a:ext uri="{FF2B5EF4-FFF2-40B4-BE49-F238E27FC236}">
                <a16:creationId xmlns:a16="http://schemas.microsoft.com/office/drawing/2014/main" id="{B050F05F-90EE-48D3-9B80-060B5523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11">
            <a:extLst xmlns:a="http://schemas.openxmlformats.org/drawingml/2006/main">
              <a:ext uri="{FF2B5EF4-FFF2-40B4-BE49-F238E27FC236}">
                <a16:creationId xmlns:a16="http://schemas.microsoft.com/office/drawing/2014/main" id="{D821E6F3-F90A-455D-AB32-5CC3B3CC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11">
            <a:extLst xmlns:a="http://schemas.openxmlformats.org/drawingml/2006/main">
              <a:ext uri="{FF2B5EF4-FFF2-40B4-BE49-F238E27FC236}">
                <a16:creationId xmlns:a16="http://schemas.microsoft.com/office/drawing/2014/main" id="{B82956B6-B9BC-4C8D-93DE-1D3F4321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11">
            <a:extLst xmlns:a="http://schemas.openxmlformats.org/drawingml/2006/main">
              <a:ext uri="{FF2B5EF4-FFF2-40B4-BE49-F238E27FC236}">
                <a16:creationId xmlns:a16="http://schemas.microsoft.com/office/drawing/2014/main" id="{A39DCB73-FC44-4A95-8C12-129B7FE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11">
            <a:extLst xmlns:a="http://schemas.openxmlformats.org/drawingml/2006/main">
              <a:ext uri="{FF2B5EF4-FFF2-40B4-BE49-F238E27FC236}">
                <a16:creationId xmlns:a16="http://schemas.microsoft.com/office/drawing/2014/main" id="{2701B7ED-2DDD-4938-A57F-2D6FCED8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11-0">
            <a:extLst xmlns:a="http://schemas.openxmlformats.org/drawingml/2006/main">
              <a:ext uri="{FF2B5EF4-FFF2-40B4-BE49-F238E27FC236}">
                <a16:creationId xmlns:a16="http://schemas.microsoft.com/office/drawing/2014/main" id="{66E50E3A-790E-4433-922C-9B692079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11-1">
            <a:extLst xmlns:a="http://schemas.openxmlformats.org/drawingml/2006/main">
              <a:ext uri="{FF2B5EF4-FFF2-40B4-BE49-F238E27FC236}">
                <a16:creationId xmlns:a16="http://schemas.microsoft.com/office/drawing/2014/main" id="{F537A695-7758-4A5E-850B-96CF88AD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11-2">
            <a:extLst xmlns:a="http://schemas.openxmlformats.org/drawingml/2006/main">
              <a:ext uri="{FF2B5EF4-FFF2-40B4-BE49-F238E27FC236}">
                <a16:creationId xmlns:a16="http://schemas.microsoft.com/office/drawing/2014/main" id="{991854A5-2F1A-463B-B0E2-D00967AA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11-3">
            <a:extLst xmlns:a="http://schemas.openxmlformats.org/drawingml/2006/main">
              <a:ext uri="{FF2B5EF4-FFF2-40B4-BE49-F238E27FC236}">
                <a16:creationId xmlns:a16="http://schemas.microsoft.com/office/drawing/2014/main" id="{C139A937-34B0-4D33-8D21-B79CA56F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11-4">
            <a:extLst xmlns:a="http://schemas.openxmlformats.org/drawingml/2006/main">
              <a:ext uri="{FF2B5EF4-FFF2-40B4-BE49-F238E27FC236}">
                <a16:creationId xmlns:a16="http://schemas.microsoft.com/office/drawing/2014/main" id="{028A10C6-6B35-4DBC-9C61-3067D423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11-5">
            <a:extLst xmlns:a="http://schemas.openxmlformats.org/drawingml/2006/main">
              <a:ext uri="{FF2B5EF4-FFF2-40B4-BE49-F238E27FC236}">
                <a16:creationId xmlns:a16="http://schemas.microsoft.com/office/drawing/2014/main" id="{CB3522E7-18F2-40A2-ADDD-F22EFFCD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11-6">
            <a:extLst xmlns:a="http://schemas.openxmlformats.org/drawingml/2006/main">
              <a:ext uri="{FF2B5EF4-FFF2-40B4-BE49-F238E27FC236}">
                <a16:creationId xmlns:a16="http://schemas.microsoft.com/office/drawing/2014/main" id="{8B1713D4-8F1D-44CB-9CC0-E3B1B9CA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1-7">
            <a:extLst xmlns:a="http://schemas.openxmlformats.org/drawingml/2006/main">
              <a:ext uri="{FF2B5EF4-FFF2-40B4-BE49-F238E27FC236}">
                <a16:creationId xmlns:a16="http://schemas.microsoft.com/office/drawing/2014/main" id="{14F342FF-182C-4E4E-AB9D-FDF219C4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2820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609E7-AFFD-473B-9FE6-27E254F8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6860B-72DA-4002-ACE1-61AF9C8A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50BF3-BDEC-424E-8577-4C434C1F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ขั้นตอนยื่นใบลาใหม่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42310-FA2C-4399-A10C-11663C0B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ตรวจให้ครบก่อนกดยืนยันส่งคำขอ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25D71-AD60-4E8B-B592-EC3CF3B3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09433-64D8-4EE4-B5AA-60DE93E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D7AEF-40F6-428A-80EF-49C4296E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เลือกประเภทการลา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227A4-52C7-4FBE-9061-F937981B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23ADA5-BAF2-4741-A8EC-5CC88F93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เลือกวันเริ่มต้นและวันสิ้นสุด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9E22D-5E21-4A17-B0A0-07C56430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0FF23-7492-422E-80FB-03AF01F3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เลือกเต็มวันหรือครึ่งวัน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12AA8-A092-4972-93C8-31017E59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B897-6B46-487B-85D6-0CFAD2FE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กรอกเหตุผลให้ชัดเจน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81DB0-D101-46CA-8754-798FB256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CB4A5-F6EB-4F4F-A8B9-B5625E14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แนบเอกสารเมื่อระบบร้องขอ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E7431-5B99-4F6B-B8C6-6D7B2C54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3281A-A249-4300-A7BC-0E67E5A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5962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ตรวจชื่อผู้อนุมัติก่อนส่ง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A2024-C5BF-445C-8415-CEFF138D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444AFA-9AB8-4840-BF01-61B894C0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c3e268d8034d77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AC7A89-2A4D-4B83-8AF7-FBFEF7D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เริ่มยื่นใบลา</a:t>
            </a:r>
          </a:p>
        </p:txBody>
      </p:sp>
      <p:sp>
        <p:nvSpPr>
          <p:cNvPr id="47" name="grad-hud-rail-12">
            <a:extLst xmlns:a="http://schemas.openxmlformats.org/drawingml/2006/main">
              <a:ext uri="{FF2B5EF4-FFF2-40B4-BE49-F238E27FC236}">
                <a16:creationId xmlns:a16="http://schemas.microsoft.com/office/drawing/2014/main" id="{950BB495-C788-42C6-84BC-25EC0846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rail-gold-12">
            <a:extLst xmlns:a="http://schemas.openxmlformats.org/drawingml/2006/main">
              <a:ext uri="{FF2B5EF4-FFF2-40B4-BE49-F238E27FC236}">
                <a16:creationId xmlns:a16="http://schemas.microsoft.com/office/drawing/2014/main" id="{B933BA45-191B-4128-B37F-CF39E7E5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rail-thin-12">
            <a:extLst xmlns:a="http://schemas.openxmlformats.org/drawingml/2006/main">
              <a:ext uri="{FF2B5EF4-FFF2-40B4-BE49-F238E27FC236}">
                <a16:creationId xmlns:a16="http://schemas.microsoft.com/office/drawing/2014/main" id="{37FB059E-5667-4E0A-BE37-E9365D44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left-v-12">
            <a:extLst xmlns:a="http://schemas.openxmlformats.org/drawingml/2006/main">
              <a:ext uri="{FF2B5EF4-FFF2-40B4-BE49-F238E27FC236}">
                <a16:creationId xmlns:a16="http://schemas.microsoft.com/office/drawing/2014/main" id="{660AE7BE-03F4-4A21-B82C-5CB7780D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left-h-12">
            <a:extLst xmlns:a="http://schemas.openxmlformats.org/drawingml/2006/main">
              <a:ext uri="{FF2B5EF4-FFF2-40B4-BE49-F238E27FC236}">
                <a16:creationId xmlns:a16="http://schemas.microsoft.com/office/drawing/2014/main" id="{CF868657-26FA-4DB8-BD9A-28637C6A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12-0">
            <a:extLst xmlns:a="http://schemas.openxmlformats.org/drawingml/2006/main">
              <a:ext uri="{FF2B5EF4-FFF2-40B4-BE49-F238E27FC236}">
                <a16:creationId xmlns:a16="http://schemas.microsoft.com/office/drawing/2014/main" id="{52E420AF-0CEC-4674-9A62-76D12333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12-1">
            <a:extLst xmlns:a="http://schemas.openxmlformats.org/drawingml/2006/main">
              <a:ext uri="{FF2B5EF4-FFF2-40B4-BE49-F238E27FC236}">
                <a16:creationId xmlns:a16="http://schemas.microsoft.com/office/drawing/2014/main" id="{A207B64F-34BF-46A6-9473-802C22AF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12-2">
            <a:extLst xmlns:a="http://schemas.openxmlformats.org/drawingml/2006/main">
              <a:ext uri="{FF2B5EF4-FFF2-40B4-BE49-F238E27FC236}">
                <a16:creationId xmlns:a16="http://schemas.microsoft.com/office/drawing/2014/main" id="{6D3ADC97-63EB-4A6B-AE6C-F0F3AE37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2-3">
            <a:extLst xmlns:a="http://schemas.openxmlformats.org/drawingml/2006/main">
              <a:ext uri="{FF2B5EF4-FFF2-40B4-BE49-F238E27FC236}">
                <a16:creationId xmlns:a16="http://schemas.microsoft.com/office/drawing/2014/main" id="{465D542B-4BEC-4783-9A95-76C0E741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ad-hud-tick-12-4">
            <a:extLst xmlns:a="http://schemas.openxmlformats.org/drawingml/2006/main">
              <a:ext uri="{FF2B5EF4-FFF2-40B4-BE49-F238E27FC236}">
                <a16:creationId xmlns:a16="http://schemas.microsoft.com/office/drawing/2014/main" id="{64AE2922-AADC-4EA9-8AD0-8D90DF45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ad-hud-tick-12-5">
            <a:extLst xmlns:a="http://schemas.openxmlformats.org/drawingml/2006/main">
              <a:ext uri="{FF2B5EF4-FFF2-40B4-BE49-F238E27FC236}">
                <a16:creationId xmlns:a16="http://schemas.microsoft.com/office/drawing/2014/main" id="{AE4334BB-2F31-428F-BBB6-D0B6D1C3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ad-hud-tick-12-6">
            <a:extLst xmlns:a="http://schemas.openxmlformats.org/drawingml/2006/main">
              <a:ext uri="{FF2B5EF4-FFF2-40B4-BE49-F238E27FC236}">
                <a16:creationId xmlns:a16="http://schemas.microsoft.com/office/drawing/2014/main" id="{9583984F-DD27-4745-9743-734248C7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grad-hud-tick-12-7">
            <a:extLst xmlns:a="http://schemas.openxmlformats.org/drawingml/2006/main">
              <a:ext uri="{FF2B5EF4-FFF2-40B4-BE49-F238E27FC236}">
                <a16:creationId xmlns:a16="http://schemas.microsoft.com/office/drawing/2014/main" id="{796EB00E-3CCC-4BDC-B613-B8D1C191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09338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47F5E-9DCB-4689-845E-09AC1E3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4B38B-9E55-4DF7-AB77-B1D8A0B3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9137C-E25F-438F-83ED-78C8E4CC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นโยบายลาและเอกสารประกอบ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01655-C446-4C64-9DAB-0EA50B67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อ่าน policy ก่อนยื่น เพื่อเลือกประเภทให้ถูก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A226D-FF5E-4B7C-80E9-6A32862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42818F-27A3-4B8E-980F-20B03FC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E2B9B-C7E7-45EB-AFFF-80F26408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53911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ลาพักผ่อน: ยื่นล่วงหน้าอย่างน้อย 1 วันและต้องอนุมัติก่อน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8E105-13C1-417C-BA46-3D6C58BE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1B1F5-D3B3-4DB3-B11F-88C5C440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53911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ลาป่วย: กลับมาทำงานแล้วต้องยื่นใบลา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96619-482E-4007-BF6A-4B05C89B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745A31-616A-4560-8F46-70F8BB2C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53911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ลาป่วย 3 วันทำงานติดต่อกัน ต้องแนบใบรับรองแพทย์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32C52-1130-4085-8AF5-E63B1863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DF90B-041B-4266-B009-93019EB6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53911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575" b="0">
                <a:solidFill>
                  <a:srgbClr val="FFF7E6"/>
                </a:solidFill>
              </a:rPr>
              <a:t>ลากิจ: ต้องระบุเหตุผลและยื่นล่วงหน้าอย่างน้อย 1 วัน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376FA-FC80-4821-B47E-F1643C73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7A863-E907-4873-A2FC-FB40211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12c50e0814887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13F7D-D323-41C7-A81B-792ACBD3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นโยบายการลา</a:t>
            </a:r>
          </a:p>
        </p:txBody>
      </p:sp>
      <p:sp>
        <p:nvSpPr>
          <p:cNvPr id="43" name="grad-hud-rail-13">
            <a:extLst xmlns:a="http://schemas.openxmlformats.org/drawingml/2006/main">
              <a:ext uri="{FF2B5EF4-FFF2-40B4-BE49-F238E27FC236}">
                <a16:creationId xmlns:a16="http://schemas.microsoft.com/office/drawing/2014/main" id="{63C5AAD1-D516-4940-B0DC-DB13D2CA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13">
            <a:extLst xmlns:a="http://schemas.openxmlformats.org/drawingml/2006/main">
              <a:ext uri="{FF2B5EF4-FFF2-40B4-BE49-F238E27FC236}">
                <a16:creationId xmlns:a16="http://schemas.microsoft.com/office/drawing/2014/main" id="{40F53050-24C4-4725-96AB-F6CBAE24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13">
            <a:extLst xmlns:a="http://schemas.openxmlformats.org/drawingml/2006/main">
              <a:ext uri="{FF2B5EF4-FFF2-40B4-BE49-F238E27FC236}">
                <a16:creationId xmlns:a16="http://schemas.microsoft.com/office/drawing/2014/main" id="{32567DDD-BA35-4EAA-8D93-F5B5ADA6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13">
            <a:extLst xmlns:a="http://schemas.openxmlformats.org/drawingml/2006/main">
              <a:ext uri="{FF2B5EF4-FFF2-40B4-BE49-F238E27FC236}">
                <a16:creationId xmlns:a16="http://schemas.microsoft.com/office/drawing/2014/main" id="{77DC2A02-1143-4ACA-8AC8-66B44A20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13">
            <a:extLst xmlns:a="http://schemas.openxmlformats.org/drawingml/2006/main">
              <a:ext uri="{FF2B5EF4-FFF2-40B4-BE49-F238E27FC236}">
                <a16:creationId xmlns:a16="http://schemas.microsoft.com/office/drawing/2014/main" id="{BF9327EB-AB28-45CA-9B8F-657CBA4C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13-0">
            <a:extLst xmlns:a="http://schemas.openxmlformats.org/drawingml/2006/main">
              <a:ext uri="{FF2B5EF4-FFF2-40B4-BE49-F238E27FC236}">
                <a16:creationId xmlns:a16="http://schemas.microsoft.com/office/drawing/2014/main" id="{F4888319-B08F-40EA-9D3D-F12D1325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13-1">
            <a:extLst xmlns:a="http://schemas.openxmlformats.org/drawingml/2006/main">
              <a:ext uri="{FF2B5EF4-FFF2-40B4-BE49-F238E27FC236}">
                <a16:creationId xmlns:a16="http://schemas.microsoft.com/office/drawing/2014/main" id="{D6CD7E5C-5465-48F5-AA80-2A2CE5A9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13-2">
            <a:extLst xmlns:a="http://schemas.openxmlformats.org/drawingml/2006/main">
              <a:ext uri="{FF2B5EF4-FFF2-40B4-BE49-F238E27FC236}">
                <a16:creationId xmlns:a16="http://schemas.microsoft.com/office/drawing/2014/main" id="{5C9BD23E-9C19-4D6F-9E5D-BB9827F3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13-3">
            <a:extLst xmlns:a="http://schemas.openxmlformats.org/drawingml/2006/main">
              <a:ext uri="{FF2B5EF4-FFF2-40B4-BE49-F238E27FC236}">
                <a16:creationId xmlns:a16="http://schemas.microsoft.com/office/drawing/2014/main" id="{A130B6B8-1388-40FE-A118-B075D2A9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13-4">
            <a:extLst xmlns:a="http://schemas.openxmlformats.org/drawingml/2006/main">
              <a:ext uri="{FF2B5EF4-FFF2-40B4-BE49-F238E27FC236}">
                <a16:creationId xmlns:a16="http://schemas.microsoft.com/office/drawing/2014/main" id="{C1E82A5E-1283-4CDA-849C-30E16F14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13-5">
            <a:extLst xmlns:a="http://schemas.openxmlformats.org/drawingml/2006/main">
              <a:ext uri="{FF2B5EF4-FFF2-40B4-BE49-F238E27FC236}">
                <a16:creationId xmlns:a16="http://schemas.microsoft.com/office/drawing/2014/main" id="{9FE01497-118C-4776-892F-5317D641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13-6">
            <a:extLst xmlns:a="http://schemas.openxmlformats.org/drawingml/2006/main">
              <a:ext uri="{FF2B5EF4-FFF2-40B4-BE49-F238E27FC236}">
                <a16:creationId xmlns:a16="http://schemas.microsoft.com/office/drawing/2014/main" id="{8FDE0DEF-D189-4015-8BE2-343E7696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3-7">
            <a:extLst xmlns:a="http://schemas.openxmlformats.org/drawingml/2006/main">
              <a:ext uri="{FF2B5EF4-FFF2-40B4-BE49-F238E27FC236}">
                <a16:creationId xmlns:a16="http://schemas.microsoft.com/office/drawing/2014/main" id="{580A170C-282E-48D6-AD65-0B9C1EE1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73545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30213-B0D9-4C96-8040-3F1685BC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DA4EA-D0E3-4E39-B9AF-DEAF73DC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6AD1F-B579-493E-B870-790DEE1B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ยกเลิกหรือเลื่อนใบลา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F6E66F-95CB-4169-9E0E-9686DCDF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หลังอนุมัติแล้วต้องส่งคำขอยกเลิกให้พิจารณา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05874-FC5C-40F4-974D-7B74A3A2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966B5-DCB4-4C4A-B9DB-FA9D7A4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43A4F4-992C-443B-AE14-B78E3F65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ใบลาที่ยังรออนุมัติ: กดยกเลิกเองได้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50321-28EB-4554-A793-D64D303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FCB340-2490-46D8-BC9F-14C305C2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ใบลาที่อนุมัติแล้ว: ส่งคำขอยกเลิกพร้อมเหตุผล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1BDA2A-9FD8-46F0-B185-C220F324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6DA77-F670-47B4-A54B-F61CDF66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หากต้องเลื่อนวันลา ให้ยกเลิกใบลาเดิมก่อน แล้วสร้างใบลาใหม่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DCA89-413C-4683-9CAB-9A2F4990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196AB7-0A95-4DCC-B878-D322F72D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HR และผู้อนุมัติจะเห็นประวัติการตัดสินใจย้อนหลัง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A3E5F-5D4A-40CF-B25E-4550320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02E9EC-D8D7-46D8-9B61-D26E192D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3285f572a4059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07198-63BF-4209-BA30-4225483B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ประวัติใบลา</a:t>
            </a:r>
          </a:p>
        </p:txBody>
      </p:sp>
      <p:sp>
        <p:nvSpPr>
          <p:cNvPr id="43" name="grad-hud-rail-14">
            <a:extLst xmlns:a="http://schemas.openxmlformats.org/drawingml/2006/main">
              <a:ext uri="{FF2B5EF4-FFF2-40B4-BE49-F238E27FC236}">
                <a16:creationId xmlns:a16="http://schemas.microsoft.com/office/drawing/2014/main" id="{71999F62-8317-4993-AB03-6FF07C9D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14">
            <a:extLst xmlns:a="http://schemas.openxmlformats.org/drawingml/2006/main">
              <a:ext uri="{FF2B5EF4-FFF2-40B4-BE49-F238E27FC236}">
                <a16:creationId xmlns:a16="http://schemas.microsoft.com/office/drawing/2014/main" id="{FABAA1DA-E2FD-4392-9F5D-6C0904D2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14">
            <a:extLst xmlns:a="http://schemas.openxmlformats.org/drawingml/2006/main">
              <a:ext uri="{FF2B5EF4-FFF2-40B4-BE49-F238E27FC236}">
                <a16:creationId xmlns:a16="http://schemas.microsoft.com/office/drawing/2014/main" id="{F94C4A0D-9AC3-4550-928A-F36E96F6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14">
            <a:extLst xmlns:a="http://schemas.openxmlformats.org/drawingml/2006/main">
              <a:ext uri="{FF2B5EF4-FFF2-40B4-BE49-F238E27FC236}">
                <a16:creationId xmlns:a16="http://schemas.microsoft.com/office/drawing/2014/main" id="{EC9A9E11-9BD1-4942-B625-9181E545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14">
            <a:extLst xmlns:a="http://schemas.openxmlformats.org/drawingml/2006/main">
              <a:ext uri="{FF2B5EF4-FFF2-40B4-BE49-F238E27FC236}">
                <a16:creationId xmlns:a16="http://schemas.microsoft.com/office/drawing/2014/main" id="{3AC07059-62B2-41E5-AA9C-E54B7312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14-0">
            <a:extLst xmlns:a="http://schemas.openxmlformats.org/drawingml/2006/main">
              <a:ext uri="{FF2B5EF4-FFF2-40B4-BE49-F238E27FC236}">
                <a16:creationId xmlns:a16="http://schemas.microsoft.com/office/drawing/2014/main" id="{A5BAF956-E1CA-4D66-AA76-C9932090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14-1">
            <a:extLst xmlns:a="http://schemas.openxmlformats.org/drawingml/2006/main">
              <a:ext uri="{FF2B5EF4-FFF2-40B4-BE49-F238E27FC236}">
                <a16:creationId xmlns:a16="http://schemas.microsoft.com/office/drawing/2014/main" id="{F2F43BBB-FABD-4804-809F-34950443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14-2">
            <a:extLst xmlns:a="http://schemas.openxmlformats.org/drawingml/2006/main">
              <a:ext uri="{FF2B5EF4-FFF2-40B4-BE49-F238E27FC236}">
                <a16:creationId xmlns:a16="http://schemas.microsoft.com/office/drawing/2014/main" id="{EF2F65E6-F871-4155-B090-DA6154D5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14-3">
            <a:extLst xmlns:a="http://schemas.openxmlformats.org/drawingml/2006/main">
              <a:ext uri="{FF2B5EF4-FFF2-40B4-BE49-F238E27FC236}">
                <a16:creationId xmlns:a16="http://schemas.microsoft.com/office/drawing/2014/main" id="{095CB22F-1346-485E-AEBC-BA9CA8BB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14-4">
            <a:extLst xmlns:a="http://schemas.openxmlformats.org/drawingml/2006/main">
              <a:ext uri="{FF2B5EF4-FFF2-40B4-BE49-F238E27FC236}">
                <a16:creationId xmlns:a16="http://schemas.microsoft.com/office/drawing/2014/main" id="{B058FEE4-6471-4175-A41B-D2EA4734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14-5">
            <a:extLst xmlns:a="http://schemas.openxmlformats.org/drawingml/2006/main">
              <a:ext uri="{FF2B5EF4-FFF2-40B4-BE49-F238E27FC236}">
                <a16:creationId xmlns:a16="http://schemas.microsoft.com/office/drawing/2014/main" id="{981B4794-7D55-4C98-8048-D9700BF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14-6">
            <a:extLst xmlns:a="http://schemas.openxmlformats.org/drawingml/2006/main">
              <a:ext uri="{FF2B5EF4-FFF2-40B4-BE49-F238E27FC236}">
                <a16:creationId xmlns:a16="http://schemas.microsoft.com/office/drawing/2014/main" id="{A92304B4-0C2C-4915-8ED2-7E9C3468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4-7">
            <a:extLst xmlns:a="http://schemas.openxmlformats.org/drawingml/2006/main">
              <a:ext uri="{FF2B5EF4-FFF2-40B4-BE49-F238E27FC236}">
                <a16:creationId xmlns:a16="http://schemas.microsoft.com/office/drawing/2014/main" id="{C9DCE955-9380-4CA9-95DD-DBCB1967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76593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0CB65-F6DF-4036-B034-C2DAE3EB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11D0A-2334-4EC1-B071-512C7E2E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5B0C2-91BB-4071-A286-91F02993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การขอ Work From Home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8D6F6-30B2-416A-BA7F-EE37E02B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WFH ไม่ใช่การลา และไม่ตัดยอดวันลา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BA66C-0172-4304-B894-33857366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2D0174-734D-4747-BF19-96799C55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F49782-2F75-4B48-9512-10CDAB16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ส่งคำขอ WFH ล่วงหน้าจากเมนู ลา/WFH &gt; ขอ WFH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08C88-DE30-41EA-9665-E3D39844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0E51E-7F3E-4337-9880-ABDA2875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เลือกช่วงวันที่และกรอกเหตุผล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E266B6-AE1C-4272-A5AD-B358277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299D59-09E3-4F4F-ADCD-3A74DB1F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รอผู้อนุมัติอนุมัติก่อน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40CB6-BDA2-43E7-94B0-2E37E1E6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4F28F-1A9D-4B37-A262-7AD61307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หลังอนุมัติแล้วจึงกดเช็คอิน Work From Home ในวันนั้นได้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F6E1A-A765-4F2B-A8DA-6EEFE443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C5F0E7-6515-451D-93E0-E688B3EC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0d43673e54e7d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C3078-6DA4-48AD-82A2-5B6A162F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หน้า WFH</a:t>
            </a:r>
          </a:p>
        </p:txBody>
      </p:sp>
      <p:sp>
        <p:nvSpPr>
          <p:cNvPr id="43" name="grad-hud-rail-15">
            <a:extLst xmlns:a="http://schemas.openxmlformats.org/drawingml/2006/main">
              <a:ext uri="{FF2B5EF4-FFF2-40B4-BE49-F238E27FC236}">
                <a16:creationId xmlns:a16="http://schemas.microsoft.com/office/drawing/2014/main" id="{5E13CCC9-FF48-4649-B62A-85DCFF53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15">
            <a:extLst xmlns:a="http://schemas.openxmlformats.org/drawingml/2006/main">
              <a:ext uri="{FF2B5EF4-FFF2-40B4-BE49-F238E27FC236}">
                <a16:creationId xmlns:a16="http://schemas.microsoft.com/office/drawing/2014/main" id="{9031EFFC-5293-4058-90D2-1F0B4BDA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15">
            <a:extLst xmlns:a="http://schemas.openxmlformats.org/drawingml/2006/main">
              <a:ext uri="{FF2B5EF4-FFF2-40B4-BE49-F238E27FC236}">
                <a16:creationId xmlns:a16="http://schemas.microsoft.com/office/drawing/2014/main" id="{1CCA039C-603B-45CA-B103-A62C901D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15">
            <a:extLst xmlns:a="http://schemas.openxmlformats.org/drawingml/2006/main">
              <a:ext uri="{FF2B5EF4-FFF2-40B4-BE49-F238E27FC236}">
                <a16:creationId xmlns:a16="http://schemas.microsoft.com/office/drawing/2014/main" id="{8702749F-9BFD-4C43-8A37-59AA3671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15">
            <a:extLst xmlns:a="http://schemas.openxmlformats.org/drawingml/2006/main">
              <a:ext uri="{FF2B5EF4-FFF2-40B4-BE49-F238E27FC236}">
                <a16:creationId xmlns:a16="http://schemas.microsoft.com/office/drawing/2014/main" id="{2314663A-F305-41F9-9F89-B08634C2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15-0">
            <a:extLst xmlns:a="http://schemas.openxmlformats.org/drawingml/2006/main">
              <a:ext uri="{FF2B5EF4-FFF2-40B4-BE49-F238E27FC236}">
                <a16:creationId xmlns:a16="http://schemas.microsoft.com/office/drawing/2014/main" id="{D3712B2F-DF82-4C6D-9BF6-1084C2B6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15-1">
            <a:extLst xmlns:a="http://schemas.openxmlformats.org/drawingml/2006/main">
              <a:ext uri="{FF2B5EF4-FFF2-40B4-BE49-F238E27FC236}">
                <a16:creationId xmlns:a16="http://schemas.microsoft.com/office/drawing/2014/main" id="{0DA0B199-D293-46DE-AAE4-D8CD9487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15-2">
            <a:extLst xmlns:a="http://schemas.openxmlformats.org/drawingml/2006/main">
              <a:ext uri="{FF2B5EF4-FFF2-40B4-BE49-F238E27FC236}">
                <a16:creationId xmlns:a16="http://schemas.microsoft.com/office/drawing/2014/main" id="{175FA0AC-B2CE-494B-B9CD-39C19A99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15-3">
            <a:extLst xmlns:a="http://schemas.openxmlformats.org/drawingml/2006/main">
              <a:ext uri="{FF2B5EF4-FFF2-40B4-BE49-F238E27FC236}">
                <a16:creationId xmlns:a16="http://schemas.microsoft.com/office/drawing/2014/main" id="{5D454114-C149-4C7B-98D7-8BBF4B78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15-4">
            <a:extLst xmlns:a="http://schemas.openxmlformats.org/drawingml/2006/main">
              <a:ext uri="{FF2B5EF4-FFF2-40B4-BE49-F238E27FC236}">
                <a16:creationId xmlns:a16="http://schemas.microsoft.com/office/drawing/2014/main" id="{91F03AE5-C7CF-4303-BB6B-2FDC338A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15-5">
            <a:extLst xmlns:a="http://schemas.openxmlformats.org/drawingml/2006/main">
              <a:ext uri="{FF2B5EF4-FFF2-40B4-BE49-F238E27FC236}">
                <a16:creationId xmlns:a16="http://schemas.microsoft.com/office/drawing/2014/main" id="{91852232-4DBB-46F0-B139-1DC49813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15-6">
            <a:extLst xmlns:a="http://schemas.openxmlformats.org/drawingml/2006/main">
              <a:ext uri="{FF2B5EF4-FFF2-40B4-BE49-F238E27FC236}">
                <a16:creationId xmlns:a16="http://schemas.microsoft.com/office/drawing/2014/main" id="{32005568-5EE0-48C8-BFAB-1C28444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5-7">
            <a:extLst xmlns:a="http://schemas.openxmlformats.org/drawingml/2006/main">
              <a:ext uri="{FF2B5EF4-FFF2-40B4-BE49-F238E27FC236}">
                <a16:creationId xmlns:a16="http://schemas.microsoft.com/office/drawing/2014/main" id="{0073DDBC-EC88-4FCD-BA0F-DB5743AD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10745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89D9F-4A8B-4661-8357-47B9E9C5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05BB9-F36F-4103-AA7C-DCBD56D7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DDCBF-EF1F-4126-B553-26C3B038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วันหยุดสะสม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6C8F-2EAB-417F-B674-3ED97E14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ใช้ดูวันหยุดชดเชยที่ได้จากการมาทำงานในวันหยุด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BD318-18F9-4A0E-8C47-6CC0410D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CFBB7-B239-48C9-AB8D-3404D55E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464F3-1394-40FC-BCF9-98C9FE98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วันหยุดสะสมไม่ใช่การลา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4BB25-ADCD-4CAE-A5D4-06F0144B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E8C9E-A172-43EB-924D-4DF5E777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ระบบแสดงจำนวนวันที่ได้รับ ใช้แล้ว และคงเหลือ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71C1B-2E33-4B88-A289-F41E0A06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24DD1-A08B-4EDB-BFF6-9D2CE2F58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หากต้องใช้วันหยุดสะสม ให้ทำตามขั้นตอนที่ HR กำหนด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4D00E1-CCB7-4463-8729-F89ED2D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27759-B6D6-4DC0-9D88-4198622D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หากจำนวนไม่ตรง ให้แจ้ง HR พร้อมรายละเอียด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7FBC5-CF3B-43E7-87AE-4F864775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88625-2B95-4C0A-B50C-0F72DA79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2a91e21fe4578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4B75F-E92C-4242-8F3D-386FCEA3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วันหยุดสะสม</a:t>
            </a:r>
          </a:p>
        </p:txBody>
      </p:sp>
      <p:sp>
        <p:nvSpPr>
          <p:cNvPr id="43" name="grad-hud-rail-16">
            <a:extLst xmlns:a="http://schemas.openxmlformats.org/drawingml/2006/main">
              <a:ext uri="{FF2B5EF4-FFF2-40B4-BE49-F238E27FC236}">
                <a16:creationId xmlns:a16="http://schemas.microsoft.com/office/drawing/2014/main" id="{FB1FF81A-0096-4EB6-8AC4-541B7CD6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16">
            <a:extLst xmlns:a="http://schemas.openxmlformats.org/drawingml/2006/main">
              <a:ext uri="{FF2B5EF4-FFF2-40B4-BE49-F238E27FC236}">
                <a16:creationId xmlns:a16="http://schemas.microsoft.com/office/drawing/2014/main" id="{708BD483-ECC6-4B11-91EE-556CDD2A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16">
            <a:extLst xmlns:a="http://schemas.openxmlformats.org/drawingml/2006/main">
              <a:ext uri="{FF2B5EF4-FFF2-40B4-BE49-F238E27FC236}">
                <a16:creationId xmlns:a16="http://schemas.microsoft.com/office/drawing/2014/main" id="{ECD37012-88C8-4697-83E6-1F87454B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16">
            <a:extLst xmlns:a="http://schemas.openxmlformats.org/drawingml/2006/main">
              <a:ext uri="{FF2B5EF4-FFF2-40B4-BE49-F238E27FC236}">
                <a16:creationId xmlns:a16="http://schemas.microsoft.com/office/drawing/2014/main" id="{E6460467-1629-488F-B34A-6C2121992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16">
            <a:extLst xmlns:a="http://schemas.openxmlformats.org/drawingml/2006/main">
              <a:ext uri="{FF2B5EF4-FFF2-40B4-BE49-F238E27FC236}">
                <a16:creationId xmlns:a16="http://schemas.microsoft.com/office/drawing/2014/main" id="{3363091D-1A0E-4435-B674-DD5B026B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16-0">
            <a:extLst xmlns:a="http://schemas.openxmlformats.org/drawingml/2006/main">
              <a:ext uri="{FF2B5EF4-FFF2-40B4-BE49-F238E27FC236}">
                <a16:creationId xmlns:a16="http://schemas.microsoft.com/office/drawing/2014/main" id="{2783CE21-27E4-4606-BDCA-6B35560D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16-1">
            <a:extLst xmlns:a="http://schemas.openxmlformats.org/drawingml/2006/main">
              <a:ext uri="{FF2B5EF4-FFF2-40B4-BE49-F238E27FC236}">
                <a16:creationId xmlns:a16="http://schemas.microsoft.com/office/drawing/2014/main" id="{999D3671-82EA-46FE-AB31-70F9B4CD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16-2">
            <a:extLst xmlns:a="http://schemas.openxmlformats.org/drawingml/2006/main">
              <a:ext uri="{FF2B5EF4-FFF2-40B4-BE49-F238E27FC236}">
                <a16:creationId xmlns:a16="http://schemas.microsoft.com/office/drawing/2014/main" id="{4A1495F1-5933-4747-964B-42743AF4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16-3">
            <a:extLst xmlns:a="http://schemas.openxmlformats.org/drawingml/2006/main">
              <a:ext uri="{FF2B5EF4-FFF2-40B4-BE49-F238E27FC236}">
                <a16:creationId xmlns:a16="http://schemas.microsoft.com/office/drawing/2014/main" id="{135DCCF2-730B-4429-84E7-7C4CD876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16-4">
            <a:extLst xmlns:a="http://schemas.openxmlformats.org/drawingml/2006/main">
              <a:ext uri="{FF2B5EF4-FFF2-40B4-BE49-F238E27FC236}">
                <a16:creationId xmlns:a16="http://schemas.microsoft.com/office/drawing/2014/main" id="{63C64C90-D924-4465-B7BC-C59737B5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16-5">
            <a:extLst xmlns:a="http://schemas.openxmlformats.org/drawingml/2006/main">
              <a:ext uri="{FF2B5EF4-FFF2-40B4-BE49-F238E27FC236}">
                <a16:creationId xmlns:a16="http://schemas.microsoft.com/office/drawing/2014/main" id="{36E188D8-8B9C-460D-986F-A80610A5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16-6">
            <a:extLst xmlns:a="http://schemas.openxmlformats.org/drawingml/2006/main">
              <a:ext uri="{FF2B5EF4-FFF2-40B4-BE49-F238E27FC236}">
                <a16:creationId xmlns:a16="http://schemas.microsoft.com/office/drawing/2014/main" id="{85EB2CA0-EEE5-48D9-AD49-469E20C0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6-7">
            <a:extLst xmlns:a="http://schemas.openxmlformats.org/drawingml/2006/main">
              <a:ext uri="{FF2B5EF4-FFF2-40B4-BE49-F238E27FC236}">
                <a16:creationId xmlns:a16="http://schemas.microsoft.com/office/drawing/2014/main" id="{5BC4D78F-A01D-4F8D-BD97-2B344E0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7643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0D23B-F5F6-4ABC-864C-41EAB511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7F363-1801-4BE0-8BF7-D3C9306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27A4C-5859-4BA9-83F9-5C662685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ปฏิทินบริษัทและนโยบายลา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8934D-5259-4160-AFFE-AE151BB9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ใช้เช็ควันหยุด ประกาศ WFH และกติกาก่อนยื่นคำขอ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DCABF-D2D0-4417-B3E3-9A35E807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E8F0F-D524-45E2-8298-CAEACE71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8E6777-E524-4BB5-BEA3-0A681545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5105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ปฏิทิน: ดูวันหยุดบริษัทและกิจกรรมสำคัญ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FA7942-C001-4134-9216-E3678276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C0B84-8558-49EB-A4FB-E2A3DC62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5105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นโยบายลา: อ่านสิทธิและเงื่อนไขของแต่ละประเภทลา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6BAF4-4286-4986-873D-D2A773D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57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A336A-8EC3-440C-B089-2B7F7635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5105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ถ้าไม่แน่ใจว่าควรเลือกประเภทใด ให้ถาม HR ก่อนยื่น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21210-2986-44D4-BE95-8AEC1C23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B1FF73-8C8D-4315-8BBF-1221BE24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2f50a322343aa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2114550" cy="4572000"/>
          </a:xfrm>
          <a:prstGeom xmlns:a="http://schemas.openxmlformats.org/drawingml/2006/main" prst="round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4FBB34-A277-43A0-BB24-521CD6FD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CBD5E1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ปฏิทินบริษัท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538823-B8BE-494A-B836-DC3EE27E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4E707-B55F-4C56-9867-2A4E1676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cacca4f7c2474f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104900"/>
            <a:ext cx="2114550" cy="457200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84BDB1-7F51-44D8-AE2A-9D34897A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D5E1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นโยบายลา</a:t>
            </a:r>
          </a:p>
        </p:txBody>
      </p:sp>
      <p:sp>
        <p:nvSpPr>
          <p:cNvPr id="48" name="grad-hud-rail-17">
            <a:extLst xmlns:a="http://schemas.openxmlformats.org/drawingml/2006/main">
              <a:ext uri="{FF2B5EF4-FFF2-40B4-BE49-F238E27FC236}">
                <a16:creationId xmlns:a16="http://schemas.microsoft.com/office/drawing/2014/main" id="{C508A581-13FC-46AB-9CD1-A7FC1E81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rail-gold-17">
            <a:extLst xmlns:a="http://schemas.openxmlformats.org/drawingml/2006/main">
              <a:ext uri="{FF2B5EF4-FFF2-40B4-BE49-F238E27FC236}">
                <a16:creationId xmlns:a16="http://schemas.microsoft.com/office/drawing/2014/main" id="{AA97DFCA-15C3-4E82-A4C1-A8B894E6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rail-thin-17">
            <a:extLst xmlns:a="http://schemas.openxmlformats.org/drawingml/2006/main">
              <a:ext uri="{FF2B5EF4-FFF2-40B4-BE49-F238E27FC236}">
                <a16:creationId xmlns:a16="http://schemas.microsoft.com/office/drawing/2014/main" id="{1CDD5F46-B2FC-4619-9BEC-BD381399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left-v-17">
            <a:extLst xmlns:a="http://schemas.openxmlformats.org/drawingml/2006/main">
              <a:ext uri="{FF2B5EF4-FFF2-40B4-BE49-F238E27FC236}">
                <a16:creationId xmlns:a16="http://schemas.microsoft.com/office/drawing/2014/main" id="{228930AA-3D37-410F-9BEE-595E58EB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left-h-17">
            <a:extLst xmlns:a="http://schemas.openxmlformats.org/drawingml/2006/main">
              <a:ext uri="{FF2B5EF4-FFF2-40B4-BE49-F238E27FC236}">
                <a16:creationId xmlns:a16="http://schemas.microsoft.com/office/drawing/2014/main" id="{478B31E8-D779-4089-8172-6229B362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17-0">
            <a:extLst xmlns:a="http://schemas.openxmlformats.org/drawingml/2006/main">
              <a:ext uri="{FF2B5EF4-FFF2-40B4-BE49-F238E27FC236}">
                <a16:creationId xmlns:a16="http://schemas.microsoft.com/office/drawing/2014/main" id="{0ACE657C-BFDE-4020-BD02-8E79BC0B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17-1">
            <a:extLst xmlns:a="http://schemas.openxmlformats.org/drawingml/2006/main">
              <a:ext uri="{FF2B5EF4-FFF2-40B4-BE49-F238E27FC236}">
                <a16:creationId xmlns:a16="http://schemas.microsoft.com/office/drawing/2014/main" id="{3C73F53B-6170-4DC6-947F-5C4FE6D4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7-2">
            <a:extLst xmlns:a="http://schemas.openxmlformats.org/drawingml/2006/main">
              <a:ext uri="{FF2B5EF4-FFF2-40B4-BE49-F238E27FC236}">
                <a16:creationId xmlns:a16="http://schemas.microsoft.com/office/drawing/2014/main" id="{98F15739-089F-4069-9428-94446B8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ad-hud-tick-17-3">
            <a:extLst xmlns:a="http://schemas.openxmlformats.org/drawingml/2006/main">
              <a:ext uri="{FF2B5EF4-FFF2-40B4-BE49-F238E27FC236}">
                <a16:creationId xmlns:a16="http://schemas.microsoft.com/office/drawing/2014/main" id="{1161752E-A0AE-4DAC-A768-9FCD1F46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ad-hud-tick-17-4">
            <a:extLst xmlns:a="http://schemas.openxmlformats.org/drawingml/2006/main">
              <a:ext uri="{FF2B5EF4-FFF2-40B4-BE49-F238E27FC236}">
                <a16:creationId xmlns:a16="http://schemas.microsoft.com/office/drawing/2014/main" id="{7819205E-DC7D-4B54-A9EF-4B9C2FD0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ad-hud-tick-17-5">
            <a:extLst xmlns:a="http://schemas.openxmlformats.org/drawingml/2006/main">
              <a:ext uri="{FF2B5EF4-FFF2-40B4-BE49-F238E27FC236}">
                <a16:creationId xmlns:a16="http://schemas.microsoft.com/office/drawing/2014/main" id="{25BCD8A2-7D37-462C-BDC3-B24D3AF3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grad-hud-tick-17-6">
            <a:extLst xmlns:a="http://schemas.openxmlformats.org/drawingml/2006/main">
              <a:ext uri="{FF2B5EF4-FFF2-40B4-BE49-F238E27FC236}">
                <a16:creationId xmlns:a16="http://schemas.microsoft.com/office/drawing/2014/main" id="{D47176A9-4E7B-47B3-A37E-001C1A41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grad-hud-tick-17-7">
            <a:extLst xmlns:a="http://schemas.openxmlformats.org/drawingml/2006/main">
              <a:ext uri="{FF2B5EF4-FFF2-40B4-BE49-F238E27FC236}">
                <a16:creationId xmlns:a16="http://schemas.microsoft.com/office/drawing/2014/main" id="{446B9DB0-B14C-454D-9324-5CAE7DE2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88824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270FC2-8ADA-424F-A2AB-C7E4D98B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30DDF-6337-4F32-B958-B8009D7E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63208-7D14-4019-BC68-AEA308B4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ประกาศและการแจ้งเตือน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BC00D-5AB2-4AB8-B27F-E7F231BF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อ่านให้ครบเพื่อไม่พลาดเรื่องสำคัญของบริษัท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7AA22-9E9F-496B-B487-3D646C69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F2A6B-2EA1-4AC1-8259-7318D6E9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2D6A4-9B18-469A-913B-16970885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ประกาศ: ข่าวสาร วันหยุด WFH กิจกรรม และเรื่องเร่งด่วน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770D6-8F2B-4DBC-A178-656D6E3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7D3D73-5516-4302-9DE1-DC1FE72A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กระดิ่ง: แจ้งเตือนใบลา WFH และรายการที่ต้องพิจารณา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FA8E4-0AF9-4ABC-B048-3679A199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F3690-B231-412F-87F1-BAA5A63C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ถ้ามีตัวเลขสีแดง ให้กดเข้าไปดู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DFFF4-00A0-4C99-8661-E502842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B33DE-0DB0-43C1-9F7C-F841D8AB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กดอ่านรายละเอียดเพื่อไม่พลาดข้อมูลสำคัญ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A84F84-8E9C-48AF-A7B0-815761E4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7E127-5D30-4526-AE72-98117767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6ace4d26d4b96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2114550" cy="45720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0BD6B-9A18-4F6B-B87F-B5F6C16A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CBD5E1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ประกาศ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527E03-23C1-4977-831D-2C3B198E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2D21DF-9F66-4CCE-A895-8CE6004C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26ec51e70400f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104900"/>
            <a:ext cx="2114550" cy="457200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BA7DAD-3B24-4489-A8E4-984EAE4B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D5E1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แจ้งเตือน</a:t>
            </a:r>
          </a:p>
        </p:txBody>
      </p:sp>
      <p:sp>
        <p:nvSpPr>
          <p:cNvPr id="50" name="grad-hud-rail-18">
            <a:extLst xmlns:a="http://schemas.openxmlformats.org/drawingml/2006/main">
              <a:ext uri="{FF2B5EF4-FFF2-40B4-BE49-F238E27FC236}">
                <a16:creationId xmlns:a16="http://schemas.microsoft.com/office/drawing/2014/main" id="{8A23B432-0FC3-40CA-AF75-BEB9F4C7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rail-gold-18">
            <a:extLst xmlns:a="http://schemas.openxmlformats.org/drawingml/2006/main">
              <a:ext uri="{FF2B5EF4-FFF2-40B4-BE49-F238E27FC236}">
                <a16:creationId xmlns:a16="http://schemas.microsoft.com/office/drawing/2014/main" id="{B05A2B2F-9507-466F-8E34-38390C0E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rail-thin-18">
            <a:extLst xmlns:a="http://schemas.openxmlformats.org/drawingml/2006/main">
              <a:ext uri="{FF2B5EF4-FFF2-40B4-BE49-F238E27FC236}">
                <a16:creationId xmlns:a16="http://schemas.microsoft.com/office/drawing/2014/main" id="{47BC2752-C689-4420-9254-524BADE7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left-v-18">
            <a:extLst xmlns:a="http://schemas.openxmlformats.org/drawingml/2006/main">
              <a:ext uri="{FF2B5EF4-FFF2-40B4-BE49-F238E27FC236}">
                <a16:creationId xmlns:a16="http://schemas.microsoft.com/office/drawing/2014/main" id="{48A5DF8E-3739-4541-BAFE-E0EE98F0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left-h-18">
            <a:extLst xmlns:a="http://schemas.openxmlformats.org/drawingml/2006/main">
              <a:ext uri="{FF2B5EF4-FFF2-40B4-BE49-F238E27FC236}">
                <a16:creationId xmlns:a16="http://schemas.microsoft.com/office/drawing/2014/main" id="{5A85027E-C77F-4474-911F-21DF5DF5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8-0">
            <a:extLst xmlns:a="http://schemas.openxmlformats.org/drawingml/2006/main">
              <a:ext uri="{FF2B5EF4-FFF2-40B4-BE49-F238E27FC236}">
                <a16:creationId xmlns:a16="http://schemas.microsoft.com/office/drawing/2014/main" id="{B8A991AF-F477-49AD-A861-6D4A2647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ad-hud-tick-18-1">
            <a:extLst xmlns:a="http://schemas.openxmlformats.org/drawingml/2006/main">
              <a:ext uri="{FF2B5EF4-FFF2-40B4-BE49-F238E27FC236}">
                <a16:creationId xmlns:a16="http://schemas.microsoft.com/office/drawing/2014/main" id="{17B08114-010F-4B3F-9D7C-4C3222B2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ad-hud-tick-18-2">
            <a:extLst xmlns:a="http://schemas.openxmlformats.org/drawingml/2006/main">
              <a:ext uri="{FF2B5EF4-FFF2-40B4-BE49-F238E27FC236}">
                <a16:creationId xmlns:a16="http://schemas.microsoft.com/office/drawing/2014/main" id="{D4CBED2F-008A-48EB-906F-A11D915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ad-hud-tick-18-3">
            <a:extLst xmlns:a="http://schemas.openxmlformats.org/drawingml/2006/main">
              <a:ext uri="{FF2B5EF4-FFF2-40B4-BE49-F238E27FC236}">
                <a16:creationId xmlns:a16="http://schemas.microsoft.com/office/drawing/2014/main" id="{90C19C2C-78DA-4B31-BA7C-74D2BEF6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grad-hud-tick-18-4">
            <a:extLst xmlns:a="http://schemas.openxmlformats.org/drawingml/2006/main">
              <a:ext uri="{FF2B5EF4-FFF2-40B4-BE49-F238E27FC236}">
                <a16:creationId xmlns:a16="http://schemas.microsoft.com/office/drawing/2014/main" id="{C70FC591-51D6-4B46-8C48-5CFF6CFF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grad-hud-tick-18-5">
            <a:extLst xmlns:a="http://schemas.openxmlformats.org/drawingml/2006/main">
              <a:ext uri="{FF2B5EF4-FFF2-40B4-BE49-F238E27FC236}">
                <a16:creationId xmlns:a16="http://schemas.microsoft.com/office/drawing/2014/main" id="{E8F50C9E-51D3-4BBE-B891-949219B6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grad-hud-tick-18-6">
            <a:extLst xmlns:a="http://schemas.openxmlformats.org/drawingml/2006/main">
              <a:ext uri="{FF2B5EF4-FFF2-40B4-BE49-F238E27FC236}">
                <a16:creationId xmlns:a16="http://schemas.microsoft.com/office/drawing/2014/main" id="{DF9E7603-C142-4350-9361-ACF7D0D0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grad-hud-tick-18-7">
            <a:extLst xmlns:a="http://schemas.openxmlformats.org/drawingml/2006/main">
              <a:ext uri="{FF2B5EF4-FFF2-40B4-BE49-F238E27FC236}">
                <a16:creationId xmlns:a16="http://schemas.microsoft.com/office/drawing/2014/main" id="{1589468B-6DC5-44E2-9229-FB61B8FA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10190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016D2-E64A-4363-B983-91563F0D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3CC75-B617-477A-8A22-21782190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B19DC-5A41-4E89-9F1A-2E2D3B9E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โปรไฟล์และใครไม่อยู่วันนี้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E8534-35AC-4DA1-9EAA-3428B0A2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ตรวจข้อมูลตัวเองและวางแผนการประสานงานในทีม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9A49E-0326-4D98-9F63-D7A2C57A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214DC-3BCB-4C30-920D-5BCC7F03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6DACE-D24F-4404-8727-7B669A36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โปรไฟล์: ตรวจชื่อ ตำแหน่ง ฝ่าย วันเริ่มงาน และสิทธิวันลา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812A6-2E1D-408D-BDF1-925068F1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72D65-014E-485E-8E9E-9A75681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ถ้าข้อมูลสำคัญผิด ให้แจ้ง HR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160ED9-F074-4EBD-9B0F-DC98AC34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03B1B0-FC90-4BC9-947F-ED96277D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ใครไม่อยู่วันนี้: ดูคนที่ลา WFH หรือไม่อยู่ในออฟฟิศ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57B7F6-D458-4B1E-96DF-AD00ECEE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C538E6-01E7-4A10-A1F8-C6D7748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520065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ใช้วางแผนก่อนติดต่อหรือประชุม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16022-09B0-4938-9BA0-E5FE0E22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38B457-29DF-4E7A-BDAD-F143FF91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9cea49b784a4c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2114550" cy="45720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F215A-324F-4576-A794-A8FDA51C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CBD5E1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โปรไฟล์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37478-D760-47A2-9B81-4B783412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B40189-1658-4198-A9C4-29E11A7B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7daabbb87423b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104900"/>
            <a:ext cx="2114550" cy="457200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33951D-23F0-4B81-B457-E5E9652F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D5E1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ใครไม่อยู่วันนี้</a:t>
            </a:r>
          </a:p>
        </p:txBody>
      </p:sp>
      <p:sp>
        <p:nvSpPr>
          <p:cNvPr id="50" name="grad-hud-rail-19">
            <a:extLst xmlns:a="http://schemas.openxmlformats.org/drawingml/2006/main">
              <a:ext uri="{FF2B5EF4-FFF2-40B4-BE49-F238E27FC236}">
                <a16:creationId xmlns:a16="http://schemas.microsoft.com/office/drawing/2014/main" id="{256C9346-F56B-46DE-BF15-6880E6C1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rail-gold-19">
            <a:extLst xmlns:a="http://schemas.openxmlformats.org/drawingml/2006/main">
              <a:ext uri="{FF2B5EF4-FFF2-40B4-BE49-F238E27FC236}">
                <a16:creationId xmlns:a16="http://schemas.microsoft.com/office/drawing/2014/main" id="{E857E57B-1E36-4205-8D10-0051AA51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rail-thin-19">
            <a:extLst xmlns:a="http://schemas.openxmlformats.org/drawingml/2006/main">
              <a:ext uri="{FF2B5EF4-FFF2-40B4-BE49-F238E27FC236}">
                <a16:creationId xmlns:a16="http://schemas.microsoft.com/office/drawing/2014/main" id="{E46AB546-EE88-4771-8036-CD8F0C3C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left-v-19">
            <a:extLst xmlns:a="http://schemas.openxmlformats.org/drawingml/2006/main">
              <a:ext uri="{FF2B5EF4-FFF2-40B4-BE49-F238E27FC236}">
                <a16:creationId xmlns:a16="http://schemas.microsoft.com/office/drawing/2014/main" id="{62C49F07-5B71-467C-B4AC-84086260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left-h-19">
            <a:extLst xmlns:a="http://schemas.openxmlformats.org/drawingml/2006/main">
              <a:ext uri="{FF2B5EF4-FFF2-40B4-BE49-F238E27FC236}">
                <a16:creationId xmlns:a16="http://schemas.microsoft.com/office/drawing/2014/main" id="{5D00D7A2-7302-44BC-9D80-406BB922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19-0">
            <a:extLst xmlns:a="http://schemas.openxmlformats.org/drawingml/2006/main">
              <a:ext uri="{FF2B5EF4-FFF2-40B4-BE49-F238E27FC236}">
                <a16:creationId xmlns:a16="http://schemas.microsoft.com/office/drawing/2014/main" id="{F657D440-BBC6-4BB6-A67E-8C3BF336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ad-hud-tick-19-1">
            <a:extLst xmlns:a="http://schemas.openxmlformats.org/drawingml/2006/main">
              <a:ext uri="{FF2B5EF4-FFF2-40B4-BE49-F238E27FC236}">
                <a16:creationId xmlns:a16="http://schemas.microsoft.com/office/drawing/2014/main" id="{3B6402BB-F693-4354-A093-609BB056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ad-hud-tick-19-2">
            <a:extLst xmlns:a="http://schemas.openxmlformats.org/drawingml/2006/main">
              <a:ext uri="{FF2B5EF4-FFF2-40B4-BE49-F238E27FC236}">
                <a16:creationId xmlns:a16="http://schemas.microsoft.com/office/drawing/2014/main" id="{9FC0A167-5964-4F1B-A163-4027B172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ad-hud-tick-19-3">
            <a:extLst xmlns:a="http://schemas.openxmlformats.org/drawingml/2006/main">
              <a:ext uri="{FF2B5EF4-FFF2-40B4-BE49-F238E27FC236}">
                <a16:creationId xmlns:a16="http://schemas.microsoft.com/office/drawing/2014/main" id="{F65ACF7B-E035-4164-AFFE-9581433C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grad-hud-tick-19-4">
            <a:extLst xmlns:a="http://schemas.openxmlformats.org/drawingml/2006/main">
              <a:ext uri="{FF2B5EF4-FFF2-40B4-BE49-F238E27FC236}">
                <a16:creationId xmlns:a16="http://schemas.microsoft.com/office/drawing/2014/main" id="{FF7CC937-76F3-4879-9EE3-CA5BCFE0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grad-hud-tick-19-5">
            <a:extLst xmlns:a="http://schemas.openxmlformats.org/drawingml/2006/main">
              <a:ext uri="{FF2B5EF4-FFF2-40B4-BE49-F238E27FC236}">
                <a16:creationId xmlns:a16="http://schemas.microsoft.com/office/drawing/2014/main" id="{1A033908-91F0-4267-8567-3FE15F66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grad-hud-tick-19-6">
            <a:extLst xmlns:a="http://schemas.openxmlformats.org/drawingml/2006/main">
              <a:ext uri="{FF2B5EF4-FFF2-40B4-BE49-F238E27FC236}">
                <a16:creationId xmlns:a16="http://schemas.microsoft.com/office/drawing/2014/main" id="{DF54D867-3CDE-4A8F-8B32-5448A1D6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grad-hud-tick-19-7">
            <a:extLst xmlns:a="http://schemas.openxmlformats.org/drawingml/2006/main">
              <a:ext uri="{FF2B5EF4-FFF2-40B4-BE49-F238E27FC236}">
                <a16:creationId xmlns:a16="http://schemas.microsoft.com/office/drawing/2014/main" id="{4D93385B-2800-4DA6-9F34-ABE3A567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7887536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4262F-37C5-43BD-9646-E090371F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B875F-D512-429E-AC08-B0817AF3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621932-8CF2-43B7-90B0-4093575D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ผังองค์กรและจองห้องประชุม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D7046-E8A7-419C-BFE8-6CB577E0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ดูสายงานและจองพื้นที่ใช้งานร่วมกัน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FB7D99-72BC-4747-8679-560FA39E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2E813B-B3A7-421A-BF3D-35B0A13F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F4659-00E5-412E-A352-912FC517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dc354cd814d2e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04900"/>
            <a:ext cx="2114550" cy="45720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E2E73-B67F-45F3-B43A-96CCABE8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CBD5E1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ผังองค์กร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3BA6ED-416F-4674-B12D-2B00AE03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990600"/>
            <a:ext cx="2305050" cy="480060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6A271-3E3A-46EF-A320-00BCEABE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06680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f2150759745d6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104900"/>
            <a:ext cx="2114550" cy="4572000"/>
          </a:xfrm>
          <a:prstGeom xmlns:a="http://schemas.openxmlformats.org/drawingml/2006/main" prst="round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C8C078-D686-4314-B585-E17F66AA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867400"/>
            <a:ext cx="22098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CBD5E1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จองห้องประชุม</a:t>
            </a:r>
          </a:p>
        </p:txBody>
      </p:sp>
      <p:sp>
        <p:nvSpPr>
          <p:cNvPr id="50" name="slide21-dot-0">
            <a:extLst xmlns:a="http://schemas.openxmlformats.org/drawingml/2006/main">
              <a:ext uri="{FF2B5EF4-FFF2-40B4-BE49-F238E27FC236}">
                <a16:creationId xmlns:a16="http://schemas.microsoft.com/office/drawing/2014/main" id="{AE3BEA55-33F3-46FC-A5F6-9378A348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slide21-bullet-0">
            <a:extLst xmlns:a="http://schemas.openxmlformats.org/drawingml/2006/main">
              <a:ext uri="{FF2B5EF4-FFF2-40B4-BE49-F238E27FC236}">
                <a16:creationId xmlns:a16="http://schemas.microsoft.com/office/drawing/2014/main" id="{8C3AE2A0-C4E8-4CAD-AC2C-3B887CD5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ผังองค์กร: ดูฝ่าย ตำแหน่ง และสายอนุมัติ</a:t>
            </a:r>
          </a:p>
        </p:txBody>
      </p:sp>
      <p:sp>
        <p:nvSpPr>
          <p:cNvPr id="52" name="slide21-dot-1">
            <a:extLst xmlns:a="http://schemas.openxmlformats.org/drawingml/2006/main">
              <a:ext uri="{FF2B5EF4-FFF2-40B4-BE49-F238E27FC236}">
                <a16:creationId xmlns:a16="http://schemas.microsoft.com/office/drawing/2014/main" id="{6409900A-51B7-4BAF-A29F-C9EFBDB2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lide21-bullet-1">
            <a:extLst xmlns:a="http://schemas.openxmlformats.org/drawingml/2006/main">
              <a:ext uri="{FF2B5EF4-FFF2-40B4-BE49-F238E27FC236}">
                <a16:creationId xmlns:a16="http://schemas.microsoft.com/office/drawing/2014/main" id="{7562B57A-AB31-4F01-AFF7-044F9E13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9D0DC"/>
                </a:solidFill>
              </a:rPr>
              <a:t>ใช้ตรวจว่าคำขอจะส่งไปหาใคร</a:t>
            </a:r>
          </a:p>
        </p:txBody>
      </p:sp>
      <p:sp>
        <p:nvSpPr>
          <p:cNvPr id="54" name="slide21-dot-2">
            <a:extLst xmlns:a="http://schemas.openxmlformats.org/drawingml/2006/main">
              <a:ext uri="{FF2B5EF4-FFF2-40B4-BE49-F238E27FC236}">
                <a16:creationId xmlns:a16="http://schemas.microsoft.com/office/drawing/2014/main" id="{FCE4D368-AB8D-403D-A14B-A149E368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lide21-bullet-2">
            <a:extLst xmlns:a="http://schemas.openxmlformats.org/drawingml/2006/main">
              <a:ext uri="{FF2B5EF4-FFF2-40B4-BE49-F238E27FC236}">
                <a16:creationId xmlns:a16="http://schemas.microsoft.com/office/drawing/2014/main" id="{464D3A6E-16A8-465D-B177-F4707B6E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9565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9D0DC"/>
                </a:solidFill>
              </a:rPr>
              <a:t>จองห้องประชุม: ดูห้องว่างและส่งคำขอจอง</a:t>
            </a:r>
          </a:p>
        </p:txBody>
      </p:sp>
      <p:sp>
        <p:nvSpPr>
          <p:cNvPr id="56" name="slide21-dot-3">
            <a:extLst xmlns:a="http://schemas.openxmlformats.org/drawingml/2006/main">
              <a:ext uri="{FF2B5EF4-FFF2-40B4-BE49-F238E27FC236}">
                <a16:creationId xmlns:a16="http://schemas.microsoft.com/office/drawing/2014/main" id="{F44B6991-43D5-4280-A6E9-3C2427BC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slide21-bullet-3">
            <a:extLst xmlns:a="http://schemas.openxmlformats.org/drawingml/2006/main">
              <a:ext uri="{FF2B5EF4-FFF2-40B4-BE49-F238E27FC236}">
                <a16:creationId xmlns:a16="http://schemas.microsoft.com/office/drawing/2014/main" id="{D0532CD9-B208-402D-96A4-2BC1AC90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C9D0DC"/>
                </a:solidFill>
              </a:rPr>
              <a:t>ตรวจวัน เวลา และรายละเอียดก่อนยืนยัน</a:t>
            </a:r>
          </a:p>
        </p:txBody>
      </p:sp>
      <p:sp>
        <p:nvSpPr>
          <p:cNvPr id="60" name="grad-hud-rail-20">
            <a:extLst xmlns:a="http://schemas.openxmlformats.org/drawingml/2006/main">
              <a:ext uri="{FF2B5EF4-FFF2-40B4-BE49-F238E27FC236}">
                <a16:creationId xmlns:a16="http://schemas.microsoft.com/office/drawing/2014/main" id="{1D455944-B30F-49CE-A602-AC0AC8D7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grad-hud-rail-gold-20">
            <a:extLst xmlns:a="http://schemas.openxmlformats.org/drawingml/2006/main">
              <a:ext uri="{FF2B5EF4-FFF2-40B4-BE49-F238E27FC236}">
                <a16:creationId xmlns:a16="http://schemas.microsoft.com/office/drawing/2014/main" id="{2EE6FAF6-1ECB-4069-B958-026AFDD1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grad-hud-rail-thin-20">
            <a:extLst xmlns:a="http://schemas.openxmlformats.org/drawingml/2006/main">
              <a:ext uri="{FF2B5EF4-FFF2-40B4-BE49-F238E27FC236}">
                <a16:creationId xmlns:a16="http://schemas.microsoft.com/office/drawing/2014/main" id="{AE04924F-B703-4100-A8F8-77F217A9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grad-hud-left-v-20">
            <a:extLst xmlns:a="http://schemas.openxmlformats.org/drawingml/2006/main">
              <a:ext uri="{FF2B5EF4-FFF2-40B4-BE49-F238E27FC236}">
                <a16:creationId xmlns:a16="http://schemas.microsoft.com/office/drawing/2014/main" id="{20981339-C978-4745-A7EC-4941B5D1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grad-hud-left-h-20">
            <a:extLst xmlns:a="http://schemas.openxmlformats.org/drawingml/2006/main">
              <a:ext uri="{FF2B5EF4-FFF2-40B4-BE49-F238E27FC236}">
                <a16:creationId xmlns:a16="http://schemas.microsoft.com/office/drawing/2014/main" id="{C2DD32DD-246D-40C7-9E5F-D15915FF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grad-hud-tick-20-0">
            <a:extLst xmlns:a="http://schemas.openxmlformats.org/drawingml/2006/main">
              <a:ext uri="{FF2B5EF4-FFF2-40B4-BE49-F238E27FC236}">
                <a16:creationId xmlns:a16="http://schemas.microsoft.com/office/drawing/2014/main" id="{F1E0112F-4813-4DD1-A712-078BC5C2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grad-hud-tick-20-1">
            <a:extLst xmlns:a="http://schemas.openxmlformats.org/drawingml/2006/main">
              <a:ext uri="{FF2B5EF4-FFF2-40B4-BE49-F238E27FC236}">
                <a16:creationId xmlns:a16="http://schemas.microsoft.com/office/drawing/2014/main" id="{1FA4F551-D634-4C2A-BD6D-B328D2B2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grad-hud-tick-20-2">
            <a:extLst xmlns:a="http://schemas.openxmlformats.org/drawingml/2006/main">
              <a:ext uri="{FF2B5EF4-FFF2-40B4-BE49-F238E27FC236}">
                <a16:creationId xmlns:a16="http://schemas.microsoft.com/office/drawing/2014/main" id="{E2290EEB-19C1-4C2E-BA8B-344D47A6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grad-hud-tick-20-3">
            <a:extLst xmlns:a="http://schemas.openxmlformats.org/drawingml/2006/main">
              <a:ext uri="{FF2B5EF4-FFF2-40B4-BE49-F238E27FC236}">
                <a16:creationId xmlns:a16="http://schemas.microsoft.com/office/drawing/2014/main" id="{8DB4784E-24B2-4052-9333-810B5A6C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rad-hud-tick-20-4">
            <a:extLst xmlns:a="http://schemas.openxmlformats.org/drawingml/2006/main">
              <a:ext uri="{FF2B5EF4-FFF2-40B4-BE49-F238E27FC236}">
                <a16:creationId xmlns:a16="http://schemas.microsoft.com/office/drawing/2014/main" id="{F62D9929-C96C-4A42-B839-DA0DF13A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grad-hud-tick-20-5">
            <a:extLst xmlns:a="http://schemas.openxmlformats.org/drawingml/2006/main">
              <a:ext uri="{FF2B5EF4-FFF2-40B4-BE49-F238E27FC236}">
                <a16:creationId xmlns:a16="http://schemas.microsoft.com/office/drawing/2014/main" id="{1521D72E-899F-4D1D-ADE7-C8DDC0D0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grad-hud-tick-20-6">
            <a:extLst xmlns:a="http://schemas.openxmlformats.org/drawingml/2006/main">
              <a:ext uri="{FF2B5EF4-FFF2-40B4-BE49-F238E27FC236}">
                <a16:creationId xmlns:a16="http://schemas.microsoft.com/office/drawing/2014/main" id="{DDBA731A-EDAC-499F-880E-72EE62E1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grad-hud-tick-20-7">
            <a:extLst xmlns:a="http://schemas.openxmlformats.org/drawingml/2006/main">
              <a:ext uri="{FF2B5EF4-FFF2-40B4-BE49-F238E27FC236}">
                <a16:creationId xmlns:a16="http://schemas.microsoft.com/office/drawing/2014/main" id="{A78BCBA9-6273-42C1-9787-6275D611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6287994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B3614-ED34-48D3-B7C4-E9D1730F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D452C-5B33-4B5B-88F1-C88471BE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46F88-D75F-4BC2-9354-C49AC602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ตั้งค่าและเปลี่ยนรหัสผ่าน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87339-9C35-49DD-8E94-A0C19956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ดูแลบัญชีของตัวเองให้ปลอดภัย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576AE-568F-49EE-A1DB-D91AD402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7B402-D329-4490-9F0B-6D43C05C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38964-E546-4A35-960A-3888EE65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เปลี่ยนรหัสผ่านได้จากเมนู ตั้งค่า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7F4DD0-5D8E-414D-B28A-44BEEB9D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7B91C0-7D1F-4FA9-8FB2-D378633C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หลังเปลี่ยนสำเร็จ ระบบอาจให้ออกจากระบบแล้วเข้าใหม่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0C338-211B-4BD9-8B11-4F9599E3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CDDB5-B800-4FD2-B296-335C4EF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ห้ามแชร์รหัสผ่านกับผู้อื่น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B0688-24CB-4785-9EA3-39E2F26A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D0B1B-296C-49E6-BE71-A9228436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หากลืมรหัส ให้ใช้ “ลืมรหัสผ่าน?” หรือแจ้ง HR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996146-7483-4769-85C8-B2E9B88A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50EF12-2509-4603-AA8F-3AEF4A51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963ec6e8a45f7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D7D712-4CAC-48EA-B14F-25BDB7C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ตั้งค่า</a:t>
            </a:r>
          </a:p>
        </p:txBody>
      </p:sp>
      <p:sp>
        <p:nvSpPr>
          <p:cNvPr id="43" name="grad-hud-rail-21">
            <a:extLst xmlns:a="http://schemas.openxmlformats.org/drawingml/2006/main">
              <a:ext uri="{FF2B5EF4-FFF2-40B4-BE49-F238E27FC236}">
                <a16:creationId xmlns:a16="http://schemas.microsoft.com/office/drawing/2014/main" id="{1A11A753-C368-4F8B-BC6F-39923E3C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21">
            <a:extLst xmlns:a="http://schemas.openxmlformats.org/drawingml/2006/main">
              <a:ext uri="{FF2B5EF4-FFF2-40B4-BE49-F238E27FC236}">
                <a16:creationId xmlns:a16="http://schemas.microsoft.com/office/drawing/2014/main" id="{4F4708C8-6EFA-4D46-9C16-C09DD97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21">
            <a:extLst xmlns:a="http://schemas.openxmlformats.org/drawingml/2006/main">
              <a:ext uri="{FF2B5EF4-FFF2-40B4-BE49-F238E27FC236}">
                <a16:creationId xmlns:a16="http://schemas.microsoft.com/office/drawing/2014/main" id="{BC2C0152-3AC9-4151-90F5-AFD269D2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21">
            <a:extLst xmlns:a="http://schemas.openxmlformats.org/drawingml/2006/main">
              <a:ext uri="{FF2B5EF4-FFF2-40B4-BE49-F238E27FC236}">
                <a16:creationId xmlns:a16="http://schemas.microsoft.com/office/drawing/2014/main" id="{94D94061-2897-4C94-9539-3565D367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21">
            <a:extLst xmlns:a="http://schemas.openxmlformats.org/drawingml/2006/main">
              <a:ext uri="{FF2B5EF4-FFF2-40B4-BE49-F238E27FC236}">
                <a16:creationId xmlns:a16="http://schemas.microsoft.com/office/drawing/2014/main" id="{3C2E2970-30E6-4B8C-B3FB-D20412F4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21-0">
            <a:extLst xmlns:a="http://schemas.openxmlformats.org/drawingml/2006/main">
              <a:ext uri="{FF2B5EF4-FFF2-40B4-BE49-F238E27FC236}">
                <a16:creationId xmlns:a16="http://schemas.microsoft.com/office/drawing/2014/main" id="{9E007177-17A2-4EB6-AD0D-77B2ECAA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21-1">
            <a:extLst xmlns:a="http://schemas.openxmlformats.org/drawingml/2006/main">
              <a:ext uri="{FF2B5EF4-FFF2-40B4-BE49-F238E27FC236}">
                <a16:creationId xmlns:a16="http://schemas.microsoft.com/office/drawing/2014/main" id="{C2C50F05-F8D2-434E-A87B-2FDAE063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21-2">
            <a:extLst xmlns:a="http://schemas.openxmlformats.org/drawingml/2006/main">
              <a:ext uri="{FF2B5EF4-FFF2-40B4-BE49-F238E27FC236}">
                <a16:creationId xmlns:a16="http://schemas.microsoft.com/office/drawing/2014/main" id="{692B38C7-D486-436C-90A2-3AB892EE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21-3">
            <a:extLst xmlns:a="http://schemas.openxmlformats.org/drawingml/2006/main">
              <a:ext uri="{FF2B5EF4-FFF2-40B4-BE49-F238E27FC236}">
                <a16:creationId xmlns:a16="http://schemas.microsoft.com/office/drawing/2014/main" id="{3AD467D7-C110-4B44-A1FB-01A5D299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21-4">
            <a:extLst xmlns:a="http://schemas.openxmlformats.org/drawingml/2006/main">
              <a:ext uri="{FF2B5EF4-FFF2-40B4-BE49-F238E27FC236}">
                <a16:creationId xmlns:a16="http://schemas.microsoft.com/office/drawing/2014/main" id="{5DDA2845-64E4-4FB0-B5D7-C25FC09A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21-5">
            <a:extLst xmlns:a="http://schemas.openxmlformats.org/drawingml/2006/main">
              <a:ext uri="{FF2B5EF4-FFF2-40B4-BE49-F238E27FC236}">
                <a16:creationId xmlns:a16="http://schemas.microsoft.com/office/drawing/2014/main" id="{3F6B9848-BDD3-495E-B741-346A45C1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21-6">
            <a:extLst xmlns:a="http://schemas.openxmlformats.org/drawingml/2006/main">
              <a:ext uri="{FF2B5EF4-FFF2-40B4-BE49-F238E27FC236}">
                <a16:creationId xmlns:a16="http://schemas.microsoft.com/office/drawing/2014/main" id="{153C7382-E584-4016-A8D8-FF0DA379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21-7">
            <a:extLst xmlns:a="http://schemas.openxmlformats.org/drawingml/2006/main">
              <a:ext uri="{FF2B5EF4-FFF2-40B4-BE49-F238E27FC236}">
                <a16:creationId xmlns:a16="http://schemas.microsoft.com/office/drawing/2014/main" id="{B03A028F-81ED-4FAD-A960-63915CA0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04123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9BE31-3649-440F-BABB-D107833E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82166-D947-4D5E-A7DC-A3B99007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729D6-25D1-4D5C-B847-BF3D3DDD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สำหรับหัวหน้างานหรือผู้มีสิทธิ์อนุมัติ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C2A3-391D-415A-8518-0CA3CA89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บางคนจะเห็นเมนูอนุมัติเพิ่มตามสิทธิ์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BCFA4-D557-4BFC-A5A9-6452BCAF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B1785-96DD-4698-AE92-9A94A3C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EB7A4-C185-479B-BB01-211BEC86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ตรวจรายการรออนุมัติจากเมนูของตนเอง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B798B-0C85-4D02-984D-5857FB78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6422B-D3B3-48CC-8334-8668B6FF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อ่านเหตุผลและวันที่ให้ครบก่อนตัดสินใจ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4E67E-3D22-4297-BC2A-20FFBA6C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43442-3D5A-4F11-9414-2124FC1C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อนุมัติหรือปฏิเสธแล้วระบบจะแจ้งพนักงาน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349E4-4878-47EC-AA55-BEE68DB1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E058FF-1285-49D3-9588-A40D4243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56769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650" b="0">
                <a:solidFill>
                  <a:srgbClr val="FFF7E6"/>
                </a:solidFill>
              </a:rPr>
              <a:t>คำขอยกเลิกใบลาที่อนุมัติแล้ว ต้องพิจารณาอีกครั้ง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A7AEE7-7DF1-4696-AE97-136AB401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0550"/>
            <a:ext cx="2762250" cy="57912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C456DB-4B66-49FE-8A8E-114C4407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6667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914a082f4491b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704850"/>
            <a:ext cx="2571750" cy="5562600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2463E-8A29-41E3-8FD6-8C3F0388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457950"/>
            <a:ext cx="2667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เมนูตามสิทธิ์</a:t>
            </a:r>
          </a:p>
        </p:txBody>
      </p:sp>
      <p:sp>
        <p:nvSpPr>
          <p:cNvPr id="43" name="grad-hud-rail-22">
            <a:extLst xmlns:a="http://schemas.openxmlformats.org/drawingml/2006/main">
              <a:ext uri="{FF2B5EF4-FFF2-40B4-BE49-F238E27FC236}">
                <a16:creationId xmlns:a16="http://schemas.microsoft.com/office/drawing/2014/main" id="{D50508A9-AE3A-43C2-9DBA-90ED555F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rail-gold-22">
            <a:extLst xmlns:a="http://schemas.openxmlformats.org/drawingml/2006/main">
              <a:ext uri="{FF2B5EF4-FFF2-40B4-BE49-F238E27FC236}">
                <a16:creationId xmlns:a16="http://schemas.microsoft.com/office/drawing/2014/main" id="{CE37C24A-0436-4EB4-ADAA-1698840C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rail-thin-22">
            <a:extLst xmlns:a="http://schemas.openxmlformats.org/drawingml/2006/main">
              <a:ext uri="{FF2B5EF4-FFF2-40B4-BE49-F238E27FC236}">
                <a16:creationId xmlns:a16="http://schemas.microsoft.com/office/drawing/2014/main" id="{1A8B60A2-8A7B-4A37-B6B3-DB810F31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left-v-22">
            <a:extLst xmlns:a="http://schemas.openxmlformats.org/drawingml/2006/main">
              <a:ext uri="{FF2B5EF4-FFF2-40B4-BE49-F238E27FC236}">
                <a16:creationId xmlns:a16="http://schemas.microsoft.com/office/drawing/2014/main" id="{805D9FB7-7387-498F-A960-056ABEB8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left-h-22">
            <a:extLst xmlns:a="http://schemas.openxmlformats.org/drawingml/2006/main">
              <a:ext uri="{FF2B5EF4-FFF2-40B4-BE49-F238E27FC236}">
                <a16:creationId xmlns:a16="http://schemas.microsoft.com/office/drawing/2014/main" id="{87C5B0AB-CBB1-40D9-8D1A-B6A0074C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22-0">
            <a:extLst xmlns:a="http://schemas.openxmlformats.org/drawingml/2006/main">
              <a:ext uri="{FF2B5EF4-FFF2-40B4-BE49-F238E27FC236}">
                <a16:creationId xmlns:a16="http://schemas.microsoft.com/office/drawing/2014/main" id="{55E0B1CB-582A-43D0-AD82-D26E5CA6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grad-hud-tick-22-1">
            <a:extLst xmlns:a="http://schemas.openxmlformats.org/drawingml/2006/main">
              <a:ext uri="{FF2B5EF4-FFF2-40B4-BE49-F238E27FC236}">
                <a16:creationId xmlns:a16="http://schemas.microsoft.com/office/drawing/2014/main" id="{8DB6DE50-CB6F-41FE-9705-646F6F51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ad-hud-tick-22-2">
            <a:extLst xmlns:a="http://schemas.openxmlformats.org/drawingml/2006/main">
              <a:ext uri="{FF2B5EF4-FFF2-40B4-BE49-F238E27FC236}">
                <a16:creationId xmlns:a16="http://schemas.microsoft.com/office/drawing/2014/main" id="{94D81669-CBA6-4AF2-AAED-D46A4B2E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ad-hud-tick-22-3">
            <a:extLst xmlns:a="http://schemas.openxmlformats.org/drawingml/2006/main">
              <a:ext uri="{FF2B5EF4-FFF2-40B4-BE49-F238E27FC236}">
                <a16:creationId xmlns:a16="http://schemas.microsoft.com/office/drawing/2014/main" id="{065BC578-A5B3-45AE-A623-2BF6EAFD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ad-hud-tick-22-4">
            <a:extLst xmlns:a="http://schemas.openxmlformats.org/drawingml/2006/main">
              <a:ext uri="{FF2B5EF4-FFF2-40B4-BE49-F238E27FC236}">
                <a16:creationId xmlns:a16="http://schemas.microsoft.com/office/drawing/2014/main" id="{A6903B76-6A2A-4094-B585-C76CFD5E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ad-hud-tick-22-5">
            <a:extLst xmlns:a="http://schemas.openxmlformats.org/drawingml/2006/main">
              <a:ext uri="{FF2B5EF4-FFF2-40B4-BE49-F238E27FC236}">
                <a16:creationId xmlns:a16="http://schemas.microsoft.com/office/drawing/2014/main" id="{D1AF04AB-918E-4298-9D53-F33A0F33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ad-hud-tick-22-6">
            <a:extLst xmlns:a="http://schemas.openxmlformats.org/drawingml/2006/main">
              <a:ext uri="{FF2B5EF4-FFF2-40B4-BE49-F238E27FC236}">
                <a16:creationId xmlns:a16="http://schemas.microsoft.com/office/drawing/2014/main" id="{C48BB0D7-88EB-43AF-8F4E-705555DE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ad-hud-tick-22-7">
            <a:extLst xmlns:a="http://schemas.openxmlformats.org/drawingml/2006/main">
              <a:ext uri="{FF2B5EF4-FFF2-40B4-BE49-F238E27FC236}">
                <a16:creationId xmlns:a16="http://schemas.microsoft.com/office/drawing/2014/main" id="{1EC12ACD-E6CE-4F55-9C69-2BE19194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1181099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CE10D-ECBF-4A6A-941B-B608E27C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FCCBE9-66FF-4CCC-9C89-B866A72B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F6AA0-D483-4275-A0E3-33B4C0E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คำถามที่พบบ่อย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FB0C3-2366-43D9-9C71-6FD62C02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ใช้ปิดท้ายและลดคำถามซ้ำหลังอบรม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ED585-4D76-412A-B1FC-E939BF6B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6BD92-DE8A-4A36-9F31-D7168119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FE053A-DB6F-4446-98DC-391DF39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3360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ทาบบัตรแล้วต้องเช็คอินไหม?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3F1DE-847C-48FB-9084-AB72EF22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3360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ไม่ต้อง หากระบบพบ scan แล้ว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2C289-5177-41C6-9B9B-22D0B1D9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CFE179-3501-4919-B2A9-B613FC57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ทำไมกด WFH ไม่ได้?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33EB0-3E81-44F4-9769-965FAD17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ยังไม่มีประกาศหรือคำขออนุมัติ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C5E95D-5ABA-4410-9537-0D06DA97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2D2EAC-1886-423A-A8D0-4115F45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ลาป่วยกี่วันต้องแนบเอกสาร?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939B9E-2721-46D5-B80E-E3DEB7DA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9570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ตั้งแต่ 3 วันทำงานติดต่อกัน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03FD6-FDD6-4297-AED5-38CD213D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AF445-6621-4D61-92CF-77CCE32C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นอก Head Office ต่างจาก WFH?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5B13E-BFDE-4F5D-BA7C-0EBB4936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เป็นกลุ่มงานประจำ ไม่ต้องขอ WFH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FF26E-D749-4F66-BFE2-56A23EC9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0287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89B32-D8A7-415C-887F-FF44050B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57800"/>
            <a:ext cx="4000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ใบลาอนุมัติแล้วไม่อยากลา?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D43C18-BF09-46E0-9435-13CF1345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5143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>
                <a:solidFill>
                  <a:srgbClr val="FFF7E6"/>
                </a:solidFill>
              </a:rPr>
              <a:t>ส่งคำขอยกเลิกให้พิจารณา</a:t>
            </a:r>
          </a:p>
        </p:txBody>
      </p:sp>
      <p:sp>
        <p:nvSpPr>
          <p:cNvPr id="24" name="grad-hud-rail-23">
            <a:extLst xmlns:a="http://schemas.openxmlformats.org/drawingml/2006/main">
              <a:ext uri="{FF2B5EF4-FFF2-40B4-BE49-F238E27FC236}">
                <a16:creationId xmlns:a16="http://schemas.microsoft.com/office/drawing/2014/main" id="{1C509FF3-D615-4904-AE55-B7AC6C59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ad-hud-rail-gold-23">
            <a:extLst xmlns:a="http://schemas.openxmlformats.org/drawingml/2006/main">
              <a:ext uri="{FF2B5EF4-FFF2-40B4-BE49-F238E27FC236}">
                <a16:creationId xmlns:a16="http://schemas.microsoft.com/office/drawing/2014/main" id="{E717079B-9CC0-48FC-9A02-153B557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ad-hud-rail-thin-23">
            <a:extLst xmlns:a="http://schemas.openxmlformats.org/drawingml/2006/main">
              <a:ext uri="{FF2B5EF4-FFF2-40B4-BE49-F238E27FC236}">
                <a16:creationId xmlns:a16="http://schemas.microsoft.com/office/drawing/2014/main" id="{A8F43668-D15C-40D0-BECB-0FEF5F2C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66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ad-hud-left-v-23">
            <a:extLst xmlns:a="http://schemas.openxmlformats.org/drawingml/2006/main">
              <a:ext uri="{FF2B5EF4-FFF2-40B4-BE49-F238E27FC236}">
                <a16:creationId xmlns:a16="http://schemas.microsoft.com/office/drawing/2014/main" id="{83CB360F-0B93-4109-9266-DED7B874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ad-hud-left-h-23">
            <a:extLst xmlns:a="http://schemas.openxmlformats.org/drawingml/2006/main">
              <a:ext uri="{FF2B5EF4-FFF2-40B4-BE49-F238E27FC236}">
                <a16:creationId xmlns:a16="http://schemas.microsoft.com/office/drawing/2014/main" id="{F0B42840-8FA2-455B-9FC8-D9906465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ad-hud-tick-23-0">
            <a:extLst xmlns:a="http://schemas.openxmlformats.org/drawingml/2006/main">
              <a:ext uri="{FF2B5EF4-FFF2-40B4-BE49-F238E27FC236}">
                <a16:creationId xmlns:a16="http://schemas.microsoft.com/office/drawing/2014/main" id="{D9103B0D-08A5-4092-AF80-6CD6EB1C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ad-hud-tick-23-1">
            <a:extLst xmlns:a="http://schemas.openxmlformats.org/drawingml/2006/main">
              <a:ext uri="{FF2B5EF4-FFF2-40B4-BE49-F238E27FC236}">
                <a16:creationId xmlns:a16="http://schemas.microsoft.com/office/drawing/2014/main" id="{7D67432D-D2F1-4576-B605-FEFA3852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ad-hud-tick-23-2">
            <a:extLst xmlns:a="http://schemas.openxmlformats.org/drawingml/2006/main">
              <a:ext uri="{FF2B5EF4-FFF2-40B4-BE49-F238E27FC236}">
                <a16:creationId xmlns:a16="http://schemas.microsoft.com/office/drawing/2014/main" id="{85B35320-F683-45C5-8A19-206607BB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ad-hud-tick-23-3">
            <a:extLst xmlns:a="http://schemas.openxmlformats.org/drawingml/2006/main">
              <a:ext uri="{FF2B5EF4-FFF2-40B4-BE49-F238E27FC236}">
                <a16:creationId xmlns:a16="http://schemas.microsoft.com/office/drawing/2014/main" id="{A8DE3A43-2405-4C6A-BD5F-8A757A4D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ad-hud-tick-23-4">
            <a:extLst xmlns:a="http://schemas.openxmlformats.org/drawingml/2006/main">
              <a:ext uri="{FF2B5EF4-FFF2-40B4-BE49-F238E27FC236}">
                <a16:creationId xmlns:a16="http://schemas.microsoft.com/office/drawing/2014/main" id="{BAE283F6-954F-46BF-BC53-D564D5A4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ad-hud-tick-23-5">
            <a:extLst xmlns:a="http://schemas.openxmlformats.org/drawingml/2006/main">
              <a:ext uri="{FF2B5EF4-FFF2-40B4-BE49-F238E27FC236}">
                <a16:creationId xmlns:a16="http://schemas.microsoft.com/office/drawing/2014/main" id="{FE9817CC-2AB6-4676-9799-DF7DA8D7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ad-hud-tick-23-6">
            <a:extLst xmlns:a="http://schemas.openxmlformats.org/drawingml/2006/main">
              <a:ext uri="{FF2B5EF4-FFF2-40B4-BE49-F238E27FC236}">
                <a16:creationId xmlns:a16="http://schemas.microsoft.com/office/drawing/2014/main" id="{80691D95-A6ED-4BE5-BE64-7A46D2CE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grad-hud-tick-23-7">
            <a:extLst xmlns:a="http://schemas.openxmlformats.org/drawingml/2006/main">
              <a:ext uri="{FF2B5EF4-FFF2-40B4-BE49-F238E27FC236}">
                <a16:creationId xmlns:a16="http://schemas.microsoft.com/office/drawing/2014/main" id="{72A0818A-E616-4CB6-9692-CA8A6292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rad-hud-corner-h-23">
            <a:extLst xmlns:a="http://schemas.openxmlformats.org/drawingml/2006/main">
              <a:ext uri="{FF2B5EF4-FFF2-40B4-BE49-F238E27FC236}">
                <a16:creationId xmlns:a16="http://schemas.microsoft.com/office/drawing/2014/main" id="{74DC5148-A261-4408-A69D-805522BF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81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rad-hud-corner-v-23">
            <a:extLst xmlns:a="http://schemas.openxmlformats.org/drawingml/2006/main">
              <a:ext uri="{FF2B5EF4-FFF2-40B4-BE49-F238E27FC236}">
                <a16:creationId xmlns:a16="http://schemas.microsoft.com/office/drawing/2014/main" id="{CB69F06C-DB8F-41C9-B5FA-1D93DFD0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810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rad-hud-corner-gold-23">
            <a:extLst xmlns:a="http://schemas.openxmlformats.org/drawingml/2006/main">
              <a:ext uri="{FF2B5EF4-FFF2-40B4-BE49-F238E27FC236}">
                <a16:creationId xmlns:a16="http://schemas.microsoft.com/office/drawing/2014/main" id="{88862457-36DA-43F4-B00A-5E27642B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667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386717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2C575-C2C5-4036-8CC4-21A7A853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5487A-4338-419D-905D-C29A0A74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919D2-FE55-4015-9451-DE3C1E74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Checklist วันอบรม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D3A99-99C6-4F7A-8E07-99630322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ให้พนักงานลองทำตามจริงก่อนจบ session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976E3-2B01-43B6-BF9E-0049ADC7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BC44E-574D-4208-BCC8-018AFA97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DFF05-4040-4E76-A409-4B5191B3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Login ด้วยบัญชีของตัวเอง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A6AD7-3F71-41C2-83C1-48820E5A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98F72-B86F-4EEA-A93B-5A8B8A3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เปิดหน้าแรกและดูประกาศ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991E0D-4DED-4473-AD66-FF20B429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DC487-B17E-4EA9-A15B-A53D6D4A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เปิดหน้าเช็คอินและดูสถานะของตนเอง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07350-02D4-48E7-8E43-E07B8E16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C4E8D-07CB-468E-9E7F-410663C6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576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เปิดหน้าใบลาและดูยอดวันลา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9C1FE-CF6D-4D1D-8FBC-2DDAF81B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98735-2D25-4B9B-8B33-D48C57CD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910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เปิดหน้า WFH และเข้าใจว่า WFH ต้องอนุมัติก่อน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0A1420-1FAC-4D1C-97FB-6C9170E5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EFCFA-9811-4EA1-AA40-D4620DC9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เปิดตั้งค่าและเข้าใจวิธีเปลี่ยนรหัสผ่าน</a:t>
            </a:r>
          </a:p>
        </p:txBody>
      </p:sp>
      <p:sp>
        <p:nvSpPr>
          <p:cNvPr id="21" name="grad-hud-rail-24">
            <a:extLst xmlns:a="http://schemas.openxmlformats.org/drawingml/2006/main">
              <a:ext uri="{FF2B5EF4-FFF2-40B4-BE49-F238E27FC236}">
                <a16:creationId xmlns:a16="http://schemas.microsoft.com/office/drawing/2014/main" id="{3C740AE9-3A95-4B35-9BAB-AB561F9B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ad-hud-rail-gold-24">
            <a:extLst xmlns:a="http://schemas.openxmlformats.org/drawingml/2006/main">
              <a:ext uri="{FF2B5EF4-FFF2-40B4-BE49-F238E27FC236}">
                <a16:creationId xmlns:a16="http://schemas.microsoft.com/office/drawing/2014/main" id="{8901318C-00F2-4F73-B8E2-B9E62D3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ad-hud-rail-thin-24">
            <a:extLst xmlns:a="http://schemas.openxmlformats.org/drawingml/2006/main">
              <a:ext uri="{FF2B5EF4-FFF2-40B4-BE49-F238E27FC236}">
                <a16:creationId xmlns:a16="http://schemas.microsoft.com/office/drawing/2014/main" id="{6A0D0CBA-53AB-4582-8BF8-07DEEF08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66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ad-hud-left-v-24">
            <a:extLst xmlns:a="http://schemas.openxmlformats.org/drawingml/2006/main">
              <a:ext uri="{FF2B5EF4-FFF2-40B4-BE49-F238E27FC236}">
                <a16:creationId xmlns:a16="http://schemas.microsoft.com/office/drawing/2014/main" id="{C1DCA541-9B8E-4FDB-A536-0B8827D9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ad-hud-left-h-24">
            <a:extLst xmlns:a="http://schemas.openxmlformats.org/drawingml/2006/main">
              <a:ext uri="{FF2B5EF4-FFF2-40B4-BE49-F238E27FC236}">
                <a16:creationId xmlns:a16="http://schemas.microsoft.com/office/drawing/2014/main" id="{597BD583-5D75-4A2C-9524-A58E0008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ad-hud-tick-24-0">
            <a:extLst xmlns:a="http://schemas.openxmlformats.org/drawingml/2006/main">
              <a:ext uri="{FF2B5EF4-FFF2-40B4-BE49-F238E27FC236}">
                <a16:creationId xmlns:a16="http://schemas.microsoft.com/office/drawing/2014/main" id="{8C0028F2-61A8-43F3-A5CB-E4748C4F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ad-hud-tick-24-1">
            <a:extLst xmlns:a="http://schemas.openxmlformats.org/drawingml/2006/main">
              <a:ext uri="{FF2B5EF4-FFF2-40B4-BE49-F238E27FC236}">
                <a16:creationId xmlns:a16="http://schemas.microsoft.com/office/drawing/2014/main" id="{7DD8BEAA-6912-4529-8245-29EB2F83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ad-hud-tick-24-2">
            <a:extLst xmlns:a="http://schemas.openxmlformats.org/drawingml/2006/main">
              <a:ext uri="{FF2B5EF4-FFF2-40B4-BE49-F238E27FC236}">
                <a16:creationId xmlns:a16="http://schemas.microsoft.com/office/drawing/2014/main" id="{2F16A95C-701E-4D66-AB1C-4EB85D83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ad-hud-tick-24-3">
            <a:extLst xmlns:a="http://schemas.openxmlformats.org/drawingml/2006/main">
              <a:ext uri="{FF2B5EF4-FFF2-40B4-BE49-F238E27FC236}">
                <a16:creationId xmlns:a16="http://schemas.microsoft.com/office/drawing/2014/main" id="{C805189D-DAF2-45DC-8DF9-510E0D86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ad-hud-tick-24-4">
            <a:extLst xmlns:a="http://schemas.openxmlformats.org/drawingml/2006/main">
              <a:ext uri="{FF2B5EF4-FFF2-40B4-BE49-F238E27FC236}">
                <a16:creationId xmlns:a16="http://schemas.microsoft.com/office/drawing/2014/main" id="{AD78A089-F17E-4F2D-8F73-CC9B43E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ad-hud-tick-24-5">
            <a:extLst xmlns:a="http://schemas.openxmlformats.org/drawingml/2006/main">
              <a:ext uri="{FF2B5EF4-FFF2-40B4-BE49-F238E27FC236}">
                <a16:creationId xmlns:a16="http://schemas.microsoft.com/office/drawing/2014/main" id="{4A2AE0F1-4779-4EAD-AF1D-F9A9316F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ad-hud-tick-24-6">
            <a:extLst xmlns:a="http://schemas.openxmlformats.org/drawingml/2006/main">
              <a:ext uri="{FF2B5EF4-FFF2-40B4-BE49-F238E27FC236}">
                <a16:creationId xmlns:a16="http://schemas.microsoft.com/office/drawing/2014/main" id="{0CB5BEAA-C2E6-4382-9C07-7C73F37E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ad-hud-tick-24-7">
            <a:extLst xmlns:a="http://schemas.openxmlformats.org/drawingml/2006/main">
              <a:ext uri="{FF2B5EF4-FFF2-40B4-BE49-F238E27FC236}">
                <a16:creationId xmlns:a16="http://schemas.microsoft.com/office/drawing/2014/main" id="{579FF603-3B1D-44AE-9673-5A58214A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ad-hud-corner-h-24">
            <a:extLst xmlns:a="http://schemas.openxmlformats.org/drawingml/2006/main">
              <a:ext uri="{FF2B5EF4-FFF2-40B4-BE49-F238E27FC236}">
                <a16:creationId xmlns:a16="http://schemas.microsoft.com/office/drawing/2014/main" id="{C41A09AE-6A2B-4A80-B50A-0865958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81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rad-hud-corner-v-24">
            <a:extLst xmlns:a="http://schemas.openxmlformats.org/drawingml/2006/main">
              <a:ext uri="{FF2B5EF4-FFF2-40B4-BE49-F238E27FC236}">
                <a16:creationId xmlns:a16="http://schemas.microsoft.com/office/drawing/2014/main" id="{9780EC98-3275-476B-98E5-F6638623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810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grad-hud-corner-gold-24">
            <a:extLst xmlns:a="http://schemas.openxmlformats.org/drawingml/2006/main">
              <a:ext uri="{FF2B5EF4-FFF2-40B4-BE49-F238E27FC236}">
                <a16:creationId xmlns:a16="http://schemas.microsoft.com/office/drawing/2014/main" id="{8163C183-6664-4F26-AB5E-F3A82AB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667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182580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2E218-B7CE-445B-A50B-781052C8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A3995-EFAB-43B8-ACF6-0DE6024C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4953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975" b="1">
                <a:solidFill>
                  <a:srgbClr val="FFC400"/>
                </a:solidFill>
              </a:rPr>
              <a:t>EBCI NEXUS • Employee Training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10C16-774B-446D-96FE-84480F0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609600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สรุปสิ่งที่ต้องจำ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02DA6-1B0F-4369-9E7F-64E57A20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42925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350">
                <a:solidFill>
                  <a:srgbClr val="E7B9BF"/>
                </a:solidFill>
              </a:rPr>
              <a:t>ใช้ระบบให้ถูกประเภท ข้อมูล HR จะเชื่อถือได้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571AF-34A5-4F46-AE6E-60172480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FFE6D-3510-4988-B195-F033C3A4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85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2FCEC-E285-4706-8CBB-D9766A21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002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8FAFC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เช็คอินให้ตรงกับสถานการณ์จริง: ออฟฟิศ, WFH, นอก Head Office, ภาคสนาม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3D21C-548C-4B1F-9669-8E4173D3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3611C-B0F1-4546-89CC-B7E5B0C0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มีใบลาเต็มวันที่อนุมัติแล้ว ไม่ต้องเช็คอิน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F9012-5B7F-4A39-97D0-DB9A74C6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1BD54-D23F-4A5F-A285-8E5C0B26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WFH ต้องได้รับอนุมัติก่อนจึงจะเช็คอิน WFH ได้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3B1F7-F83A-4183-9F43-48ACE9AB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F70236-3DCA-4391-A4A7-73BC8050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ใบลาอนุมัติแล้ว หากเปลี่ยนใจต้องส่งคำขอยกเลิก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AF542-5D95-4208-93FD-3D48AE7A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FB706-7777-41B1-B3C7-816CC3B4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9677400" cy="438150"/>
          </a:xfrm>
          <a:prstGeom xmlns:a="http://schemas.openxmlformats.org/drawingml/2006/main" prst="roundRect">
            <a:avLst>
              <a:gd name="adj" fmla="val 2608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 b="0">
                <a:solidFill>
                  <a:srgbClr val="FFF7E6"/>
                </a:solidFill>
              </a:rPr>
              <a:t>ข้อมูลผิดหรือระบบไม่ขึ้น ให้แจ้ง HR พร้อมภาพหน้าจอ</a:t>
            </a:r>
          </a:p>
        </p:txBody>
      </p:sp>
      <p:sp>
        <p:nvSpPr>
          <p:cNvPr id="19" name="grad-hud-rail-25">
            <a:extLst xmlns:a="http://schemas.openxmlformats.org/drawingml/2006/main">
              <a:ext uri="{FF2B5EF4-FFF2-40B4-BE49-F238E27FC236}">
                <a16:creationId xmlns:a16="http://schemas.microsoft.com/office/drawing/2014/main" id="{7013FA2F-15D1-48FB-8D21-92C9BDAE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grad-hud-rail-gold-25">
            <a:extLst xmlns:a="http://schemas.openxmlformats.org/drawingml/2006/main">
              <a:ext uri="{FF2B5EF4-FFF2-40B4-BE49-F238E27FC236}">
                <a16:creationId xmlns:a16="http://schemas.microsoft.com/office/drawing/2014/main" id="{D10F7B1F-0B4B-4CE8-BCC5-BBE171E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rad-hud-rail-thin-25">
            <a:extLst xmlns:a="http://schemas.openxmlformats.org/drawingml/2006/main">
              <a:ext uri="{FF2B5EF4-FFF2-40B4-BE49-F238E27FC236}">
                <a16:creationId xmlns:a16="http://schemas.microsoft.com/office/drawing/2014/main" id="{42D49F10-1296-40F3-8413-6CCD5181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6667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grad-hud-left-v-25">
            <a:extLst xmlns:a="http://schemas.openxmlformats.org/drawingml/2006/main">
              <a:ext uri="{FF2B5EF4-FFF2-40B4-BE49-F238E27FC236}">
                <a16:creationId xmlns:a16="http://schemas.microsoft.com/office/drawing/2014/main" id="{0E3C7DC8-25C1-4585-8B7A-D0245196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rad-hud-left-h-25">
            <a:extLst xmlns:a="http://schemas.openxmlformats.org/drawingml/2006/main">
              <a:ext uri="{FF2B5EF4-FFF2-40B4-BE49-F238E27FC236}">
                <a16:creationId xmlns:a16="http://schemas.microsoft.com/office/drawing/2014/main" id="{D6B352D6-2F72-4068-9AB4-C5B60494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ad-hud-tick-25-0">
            <a:extLst xmlns:a="http://schemas.openxmlformats.org/drawingml/2006/main">
              <a:ext uri="{FF2B5EF4-FFF2-40B4-BE49-F238E27FC236}">
                <a16:creationId xmlns:a16="http://schemas.microsoft.com/office/drawing/2014/main" id="{018E46D7-2A42-4CB1-ADF2-69333276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ad-hud-tick-25-1">
            <a:extLst xmlns:a="http://schemas.openxmlformats.org/drawingml/2006/main">
              <a:ext uri="{FF2B5EF4-FFF2-40B4-BE49-F238E27FC236}">
                <a16:creationId xmlns:a16="http://schemas.microsoft.com/office/drawing/2014/main" id="{4F23532D-4F01-4AE0-B14C-A67E5B69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ad-hud-tick-25-2">
            <a:extLst xmlns:a="http://schemas.openxmlformats.org/drawingml/2006/main">
              <a:ext uri="{FF2B5EF4-FFF2-40B4-BE49-F238E27FC236}">
                <a16:creationId xmlns:a16="http://schemas.microsoft.com/office/drawing/2014/main" id="{20075BF7-03A4-414A-8806-5B20E199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ad-hud-tick-25-3">
            <a:extLst xmlns:a="http://schemas.openxmlformats.org/drawingml/2006/main">
              <a:ext uri="{FF2B5EF4-FFF2-40B4-BE49-F238E27FC236}">
                <a16:creationId xmlns:a16="http://schemas.microsoft.com/office/drawing/2014/main" id="{8DEA78E4-1195-4ADE-BBB5-A167B41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ad-hud-tick-25-4">
            <a:extLst xmlns:a="http://schemas.openxmlformats.org/drawingml/2006/main">
              <a:ext uri="{FF2B5EF4-FFF2-40B4-BE49-F238E27FC236}">
                <a16:creationId xmlns:a16="http://schemas.microsoft.com/office/drawing/2014/main" id="{204FE934-0BAA-417B-B509-7040E6CB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ad-hud-tick-25-5">
            <a:extLst xmlns:a="http://schemas.openxmlformats.org/drawingml/2006/main">
              <a:ext uri="{FF2B5EF4-FFF2-40B4-BE49-F238E27FC236}">
                <a16:creationId xmlns:a16="http://schemas.microsoft.com/office/drawing/2014/main" id="{61E64294-842C-4AAC-8743-9F97715D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ad-hud-tick-25-6">
            <a:extLst xmlns:a="http://schemas.openxmlformats.org/drawingml/2006/main">
              <a:ext uri="{FF2B5EF4-FFF2-40B4-BE49-F238E27FC236}">
                <a16:creationId xmlns:a16="http://schemas.microsoft.com/office/drawing/2014/main" id="{9BDEF05F-5E41-4AA5-AA4F-02E364E1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ad-hud-tick-25-7">
            <a:extLst xmlns:a="http://schemas.openxmlformats.org/drawingml/2006/main">
              <a:ext uri="{FF2B5EF4-FFF2-40B4-BE49-F238E27FC236}">
                <a16:creationId xmlns:a16="http://schemas.microsoft.com/office/drawing/2014/main" id="{3B665E5A-470C-4A80-B8F1-F21FB48D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ad-hud-corner-h-25">
            <a:extLst xmlns:a="http://schemas.openxmlformats.org/drawingml/2006/main">
              <a:ext uri="{FF2B5EF4-FFF2-40B4-BE49-F238E27FC236}">
                <a16:creationId xmlns:a16="http://schemas.microsoft.com/office/drawing/2014/main" id="{09E2E44B-7931-4C9E-BE8C-3742D2CA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781050"/>
            <a:ext cx="114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grad-hud-corner-v-25">
            <a:extLst xmlns:a="http://schemas.openxmlformats.org/drawingml/2006/main">
              <a:ext uri="{FF2B5EF4-FFF2-40B4-BE49-F238E27FC236}">
                <a16:creationId xmlns:a16="http://schemas.microsoft.com/office/drawing/2014/main" id="{290B663D-D391-4072-88C7-BC6C4328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81050"/>
            <a:ext cx="190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grad-hud-corner-gold-25">
            <a:extLst xmlns:a="http://schemas.openxmlformats.org/drawingml/2006/main">
              <a:ext uri="{FF2B5EF4-FFF2-40B4-BE49-F238E27FC236}">
                <a16:creationId xmlns:a16="http://schemas.microsoft.com/office/drawing/2014/main" id="{6F607887-CD20-4BA9-8553-156C61B1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6675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874407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907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E4E6B-F9EF-46FB-AA58-9401247B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28750"/>
          </a:xfrm>
          <a:prstGeom xmlns:a="http://schemas.openxmlformats.org/drawingml/2006/main" prst="roundRect">
            <a:avLst>
              <a:gd name="adj" fmla="val 8000"/>
            </a:avLst>
          </a:prstGeom>
          <a:gradFill xmlns:a="http://schemas.openxmlformats.org/drawingml/2006/main">
            <a:gsLst>
              <a:gs pos="0">
                <a:srgbClr val="240A12"/>
              </a:gs>
              <a:gs pos="60000">
                <a:srgbClr val="3A0D18"/>
              </a:gs>
              <a:gs pos="100000">
                <a:srgbClr val="5B151E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E0062-71F1-47AC-8D66-8902E77F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819150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พร้อมใช้งาน EBCI Nexus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8D814-A31C-49B3-9066-ADA48802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78105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800">
                <a:solidFill>
                  <a:srgbClr val="FFF7E6"/>
                </a:solidFill>
              </a:rPr>
              <a:t>ขอบคุณทุกคนที่ช่วยทำให้ข้อมูล HR เป็นระบบเดียวกัน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7DED8-8BC1-48C5-A236-7CF83A17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4762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9525">
            <a:solidFill>
              <a:srgbClr val="7E223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33EED-407D-4633-8538-92611ABA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41910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CBD5E1"/>
                </a:solidFill>
              </a:defRPr>
            </a:pPr>
            <a:r>
              <a:rPr sz="1350" b="1">
                <a:solidFill>
                  <a:srgbClr val="2A0810"/>
                </a:solidFill>
              </a:rPr>
              <a:t>มีปัญหา แจ้ง HR พร้อมชื่อ รหัสพนักงาน และภาพหน้าจอ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55DB2-AD7F-4C13-922B-060A0AE2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666750"/>
            <a:ext cx="2571750" cy="538162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2A0B14"/>
          </a:solidFill>
          <a:ln xmlns:a="http://schemas.openxmlformats.org/drawingml/2006/main" w="8573">
            <a:solidFill>
              <a:srgbClr val="F04A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A25F1-6B52-4F4C-B0DC-8F0A8247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42950"/>
            <a:ext cx="800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0250fec7346fc"/>
          <a:srcRect xmlns:a="http://schemas.openxmlformats.org/drawingml/2006/main" l="0" t="2" r="0" b="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91550" y="781050"/>
            <a:ext cx="2381250" cy="5153025"/>
          </a:xfrm>
          <a:prstGeom xmlns:a="http://schemas.openxmlformats.org/drawingml/2006/main" prst="round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3BF6C-CA6D-44F5-BBC1-73C6490F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6124575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8C547"/>
                </a:solidFill>
              </a:defRPr>
            </a:pPr>
            <a:r>
              <a:rPr sz="900">
                <a:solidFill>
                  <a:srgbClr val="E7B9BF"/>
                </a:solidFill>
              </a:rPr>
              <a:t>EBCI Nexus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68111-3C31-4E67-B7E0-D5093FA2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40005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F8C547"/>
                </a:solidFill>
              </a:defRPr>
            </a:pPr>
            <a:r>
              <a:rPr sz="750">
                <a:solidFill>
                  <a:srgbClr val="DDA7AE"/>
                </a:solidFill>
              </a:rPr>
              <a:t>EBCI Nexus training • 4 July 2026 • 27</a:t>
            </a:r>
          </a:p>
        </p:txBody>
      </p:sp>
      <p:sp>
        <p:nvSpPr>
          <p:cNvPr id="36" name="grad-hud-rail-26">
            <a:extLst xmlns:a="http://schemas.openxmlformats.org/drawingml/2006/main">
              <a:ext uri="{FF2B5EF4-FFF2-40B4-BE49-F238E27FC236}">
                <a16:creationId xmlns:a16="http://schemas.microsoft.com/office/drawing/2014/main" id="{AD6EEAA7-8A93-4901-8375-D3E27D0B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rad-hud-rail-gold-26">
            <a:extLst xmlns:a="http://schemas.openxmlformats.org/drawingml/2006/main">
              <a:ext uri="{FF2B5EF4-FFF2-40B4-BE49-F238E27FC236}">
                <a16:creationId xmlns:a16="http://schemas.microsoft.com/office/drawing/2014/main" id="{9C3C3FF7-6178-42ED-A000-9F93C7B1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428750"/>
            <a:ext cx="83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rad-hud-rail-thin-26">
            <a:extLst xmlns:a="http://schemas.openxmlformats.org/drawingml/2006/main">
              <a:ext uri="{FF2B5EF4-FFF2-40B4-BE49-F238E27FC236}">
                <a16:creationId xmlns:a16="http://schemas.microsoft.com/office/drawing/2014/main" id="{74F7510F-27BD-4A64-BFF9-DAF9C4F0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143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rad-hud-left-v-26">
            <a:extLst xmlns:a="http://schemas.openxmlformats.org/drawingml/2006/main">
              <a:ext uri="{FF2B5EF4-FFF2-40B4-BE49-F238E27FC236}">
                <a16:creationId xmlns:a16="http://schemas.microsoft.com/office/drawing/2014/main" id="{69677CBD-A575-4C84-B5F6-AC7F76AC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190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grad-hud-left-h-26">
            <a:extLst xmlns:a="http://schemas.openxmlformats.org/drawingml/2006/main">
              <a:ext uri="{FF2B5EF4-FFF2-40B4-BE49-F238E27FC236}">
                <a16:creationId xmlns:a16="http://schemas.microsoft.com/office/drawing/2014/main" id="{0EBBA581-431B-4F10-AA51-56B42C97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22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rad-hud-tick-26-0">
            <a:extLst xmlns:a="http://schemas.openxmlformats.org/drawingml/2006/main">
              <a:ext uri="{FF2B5EF4-FFF2-40B4-BE49-F238E27FC236}">
                <a16:creationId xmlns:a16="http://schemas.microsoft.com/office/drawing/2014/main" id="{5C4C7BD7-04D9-4BCC-BA08-D23BFA3E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rad-hud-tick-26-1">
            <a:extLst xmlns:a="http://schemas.openxmlformats.org/drawingml/2006/main">
              <a:ext uri="{FF2B5EF4-FFF2-40B4-BE49-F238E27FC236}">
                <a16:creationId xmlns:a16="http://schemas.microsoft.com/office/drawing/2014/main" id="{29D1245B-A387-4823-AB08-46FFC18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rad-hud-tick-26-2">
            <a:extLst xmlns:a="http://schemas.openxmlformats.org/drawingml/2006/main">
              <a:ext uri="{FF2B5EF4-FFF2-40B4-BE49-F238E27FC236}">
                <a16:creationId xmlns:a16="http://schemas.microsoft.com/office/drawing/2014/main" id="{68238C24-DCC5-46CF-8A35-A48307A0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ad-hud-tick-26-3">
            <a:extLst xmlns:a="http://schemas.openxmlformats.org/drawingml/2006/main">
              <a:ext uri="{FF2B5EF4-FFF2-40B4-BE49-F238E27FC236}">
                <a16:creationId xmlns:a16="http://schemas.microsoft.com/office/drawing/2014/main" id="{4BE03315-C28C-4204-B45E-40BAB62F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ad-hud-tick-26-4">
            <a:extLst xmlns:a="http://schemas.openxmlformats.org/drawingml/2006/main">
              <a:ext uri="{FF2B5EF4-FFF2-40B4-BE49-F238E27FC236}">
                <a16:creationId xmlns:a16="http://schemas.microsoft.com/office/drawing/2014/main" id="{7561AE82-0195-4C37-89AC-3882F73F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grad-hud-tick-26-5">
            <a:extLst xmlns:a="http://schemas.openxmlformats.org/drawingml/2006/main">
              <a:ext uri="{FF2B5EF4-FFF2-40B4-BE49-F238E27FC236}">
                <a16:creationId xmlns:a16="http://schemas.microsoft.com/office/drawing/2014/main" id="{73367A27-F16C-4F07-9C3B-15214938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rad-hud-tick-26-6">
            <a:extLst xmlns:a="http://schemas.openxmlformats.org/drawingml/2006/main">
              <a:ext uri="{FF2B5EF4-FFF2-40B4-BE49-F238E27FC236}">
                <a16:creationId xmlns:a16="http://schemas.microsoft.com/office/drawing/2014/main" id="{7FA3BBE9-E063-419A-836F-B91773A0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24550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grad-hud-tick-26-7">
            <a:extLst xmlns:a="http://schemas.openxmlformats.org/drawingml/2006/main">
              <a:ext uri="{FF2B5EF4-FFF2-40B4-BE49-F238E27FC236}">
                <a16:creationId xmlns:a16="http://schemas.microsoft.com/office/drawing/2014/main" id="{C4D62BF1-C95F-437F-B960-7C454A11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924550"/>
            <a:ext cx="114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4A6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46265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IBM Plex Sans Thai"/>
        <a:ea typeface="IBM Plex Sans Thai"/>
        <a:cs typeface="IBM Plex Sans Thai"/>
      </a:majorFont>
      <a:minorFont>
        <a:latin typeface="IBM Plex Sans Thai"/>
        <a:ea typeface="IBM Plex Sans Thai"/>
        <a:cs typeface="IBM Plex Sans Tha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2026-06-22T09:43:40.5100000Z</dcterms:created>
  <dcterms:modified xsi:type="dcterms:W3CDTF">2026-06-22T09:43:40.5100000Z</dcterms:modified>
</coreProperties>
</file>