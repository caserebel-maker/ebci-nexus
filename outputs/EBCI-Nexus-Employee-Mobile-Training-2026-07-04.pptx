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c854231fc4c03" /><Relationship Type="http://schemas.openxmlformats.org/officeDocument/2006/relationships/extended-properties" Target="/docProps/app.xml" Id="R7db68e36e60e425b" /><Relationship Type="http://schemas.openxmlformats.org/officeDocument/2006/relationships/officeDocument" Target="/ppt/presentation.xml" Id="Ra0db33f76c16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5c621e19643bb"/>
  </p:sldMasterIdLst>
  <p:notesMasterIdLst>
    <p:notesMasterId xmlns:r="http://schemas.openxmlformats.org/officeDocument/2006/relationships" r:id="R1837bff4b5a14b6f"/>
  </p:notesMasterIdLst>
  <p:sldIdLst>
    <p:sldId xmlns:r="http://schemas.openxmlformats.org/officeDocument/2006/relationships" id="256" r:id="R31fb98af35ef435b"/>
    <p:sldId xmlns:r="http://schemas.openxmlformats.org/officeDocument/2006/relationships" id="257" r:id="Re2a087a7b4274725"/>
    <p:sldId xmlns:r="http://schemas.openxmlformats.org/officeDocument/2006/relationships" id="258" r:id="Rf5642fbfd6c04e24"/>
    <p:sldId xmlns:r="http://schemas.openxmlformats.org/officeDocument/2006/relationships" id="259" r:id="R0ba8a469c1d14690"/>
    <p:sldId xmlns:r="http://schemas.openxmlformats.org/officeDocument/2006/relationships" id="260" r:id="Rd237397e467a4cdd"/>
    <p:sldId xmlns:r="http://schemas.openxmlformats.org/officeDocument/2006/relationships" id="261" r:id="R56f24509b0c4438c"/>
    <p:sldId xmlns:r="http://schemas.openxmlformats.org/officeDocument/2006/relationships" id="262" r:id="R79b94353210c4bf4"/>
    <p:sldId xmlns:r="http://schemas.openxmlformats.org/officeDocument/2006/relationships" id="263" r:id="Rfef9cca961e84f9a"/>
    <p:sldId xmlns:r="http://schemas.openxmlformats.org/officeDocument/2006/relationships" id="264" r:id="Rcae04063e91842e7"/>
    <p:sldId xmlns:r="http://schemas.openxmlformats.org/officeDocument/2006/relationships" id="265" r:id="R9eefabf2dfce41e0"/>
    <p:sldId xmlns:r="http://schemas.openxmlformats.org/officeDocument/2006/relationships" id="266" r:id="Rea6b81a960f245d4"/>
    <p:sldId xmlns:r="http://schemas.openxmlformats.org/officeDocument/2006/relationships" id="267" r:id="R62d1ef5d993747ac"/>
    <p:sldId xmlns:r="http://schemas.openxmlformats.org/officeDocument/2006/relationships" id="268" r:id="R04be0f85690d4341"/>
    <p:sldId xmlns:r="http://schemas.openxmlformats.org/officeDocument/2006/relationships" id="269" r:id="Rbada173487704706"/>
    <p:sldId xmlns:r="http://schemas.openxmlformats.org/officeDocument/2006/relationships" id="270" r:id="Rf36a9911a8884c34"/>
    <p:sldId xmlns:r="http://schemas.openxmlformats.org/officeDocument/2006/relationships" id="271" r:id="R14e39e3461b44be9"/>
    <p:sldId xmlns:r="http://schemas.openxmlformats.org/officeDocument/2006/relationships" id="272" r:id="R11d22e6b42584137"/>
    <p:sldId xmlns:r="http://schemas.openxmlformats.org/officeDocument/2006/relationships" id="273" r:id="R1f44d8cb6d6b4450"/>
    <p:sldId xmlns:r="http://schemas.openxmlformats.org/officeDocument/2006/relationships" id="274" r:id="R0cd7558a778d4696"/>
    <p:sldId xmlns:r="http://schemas.openxmlformats.org/officeDocument/2006/relationships" id="275" r:id="R0445dc58ba494639"/>
    <p:sldId xmlns:r="http://schemas.openxmlformats.org/officeDocument/2006/relationships" id="276" r:id="R254ff93588164253"/>
    <p:sldId xmlns:r="http://schemas.openxmlformats.org/officeDocument/2006/relationships" id="277" r:id="Rff3596244e11441f"/>
    <p:sldId xmlns:r="http://schemas.openxmlformats.org/officeDocument/2006/relationships" id="278" r:id="R9418b911c5fc48e4"/>
    <p:sldId xmlns:r="http://schemas.openxmlformats.org/officeDocument/2006/relationships" id="279" r:id="R3c91b52f07a84dd0"/>
    <p:sldId xmlns:r="http://schemas.openxmlformats.org/officeDocument/2006/relationships" id="280" r:id="R69e8cc211991416d"/>
    <p:sldId xmlns:r="http://schemas.openxmlformats.org/officeDocument/2006/relationships" id="281" r:id="R0da9dfdfd40a43e4"/>
    <p:sldId xmlns:r="http://schemas.openxmlformats.org/officeDocument/2006/relationships" id="282" r:id="R2730f96908d04c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7c687bad64f1d" /><Relationship Type="http://schemas.openxmlformats.org/officeDocument/2006/relationships/slideMaster" Target="/ppt/slideMasters/slideMaster1.xml" Id="R0c25c621e19643bb" /><Relationship Type="http://schemas.openxmlformats.org/officeDocument/2006/relationships/notesMaster" Target="/ppt/notesMasters/notesMaster1.xml" Id="R1837bff4b5a14b6f" /><Relationship Type="http://schemas.openxmlformats.org/officeDocument/2006/relationships/presProps" Target="/ppt/presProps.xml" Id="Ra2f2c80dae0e4d72" /><Relationship Type="http://schemas.openxmlformats.org/officeDocument/2006/relationships/tableStyles" Target="/ppt/tableStyles.xml" Id="R70fe46956b2c45a7" /><Relationship Type="http://schemas.openxmlformats.org/officeDocument/2006/relationships/slide" Target="/ppt/slides/slide1.xml" Id="R31fb98af35ef435b" /><Relationship Type="http://schemas.openxmlformats.org/officeDocument/2006/relationships/slide" Target="/ppt/slides/slide2.xml" Id="Re2a087a7b4274725" /><Relationship Type="http://schemas.openxmlformats.org/officeDocument/2006/relationships/slide" Target="/ppt/slides/slide3.xml" Id="Rf5642fbfd6c04e24" /><Relationship Type="http://schemas.openxmlformats.org/officeDocument/2006/relationships/slide" Target="/ppt/slides/slide4.xml" Id="R0ba8a469c1d14690" /><Relationship Type="http://schemas.openxmlformats.org/officeDocument/2006/relationships/slide" Target="/ppt/slides/slide5.xml" Id="Rd237397e467a4cdd" /><Relationship Type="http://schemas.openxmlformats.org/officeDocument/2006/relationships/slide" Target="/ppt/slides/slide6.xml" Id="R56f24509b0c4438c" /><Relationship Type="http://schemas.openxmlformats.org/officeDocument/2006/relationships/slide" Target="/ppt/slides/slide7.xml" Id="R79b94353210c4bf4" /><Relationship Type="http://schemas.openxmlformats.org/officeDocument/2006/relationships/slide" Target="/ppt/slides/slide8.xml" Id="Rfef9cca961e84f9a" /><Relationship Type="http://schemas.openxmlformats.org/officeDocument/2006/relationships/slide" Target="/ppt/slides/slide9.xml" Id="Rcae04063e91842e7" /><Relationship Type="http://schemas.openxmlformats.org/officeDocument/2006/relationships/slide" Target="/ppt/slides/slide10.xml" Id="R9eefabf2dfce41e0" /><Relationship Type="http://schemas.openxmlformats.org/officeDocument/2006/relationships/slide" Target="/ppt/slides/slide11.xml" Id="Rea6b81a960f245d4" /><Relationship Type="http://schemas.openxmlformats.org/officeDocument/2006/relationships/slide" Target="/ppt/slides/slide12.xml" Id="R62d1ef5d993747ac" /><Relationship Type="http://schemas.openxmlformats.org/officeDocument/2006/relationships/slide" Target="/ppt/slides/slide13.xml" Id="R04be0f85690d4341" /><Relationship Type="http://schemas.openxmlformats.org/officeDocument/2006/relationships/slide" Target="/ppt/slides/slide14.xml" Id="Rbada173487704706" /><Relationship Type="http://schemas.openxmlformats.org/officeDocument/2006/relationships/slide" Target="/ppt/slides/slide15.xml" Id="Rf36a9911a8884c34" /><Relationship Type="http://schemas.openxmlformats.org/officeDocument/2006/relationships/slide" Target="/ppt/slides/slide16.xml" Id="R14e39e3461b44be9" /><Relationship Type="http://schemas.openxmlformats.org/officeDocument/2006/relationships/slide" Target="/ppt/slides/slide17.xml" Id="R11d22e6b42584137" /><Relationship Type="http://schemas.openxmlformats.org/officeDocument/2006/relationships/slide" Target="/ppt/slides/slide18.xml" Id="R1f44d8cb6d6b4450" /><Relationship Type="http://schemas.openxmlformats.org/officeDocument/2006/relationships/slide" Target="/ppt/slides/slide19.xml" Id="R0cd7558a778d4696" /><Relationship Type="http://schemas.openxmlformats.org/officeDocument/2006/relationships/slide" Target="/ppt/slides/slide20.xml" Id="R0445dc58ba494639" /><Relationship Type="http://schemas.openxmlformats.org/officeDocument/2006/relationships/slide" Target="/ppt/slides/slide21.xml" Id="R254ff93588164253" /><Relationship Type="http://schemas.openxmlformats.org/officeDocument/2006/relationships/slide" Target="/ppt/slides/slide22.xml" Id="Rff3596244e11441f" /><Relationship Type="http://schemas.openxmlformats.org/officeDocument/2006/relationships/slide" Target="/ppt/slides/slide23.xml" Id="R9418b911c5fc48e4" /><Relationship Type="http://schemas.openxmlformats.org/officeDocument/2006/relationships/slide" Target="/ppt/slides/slide24.xml" Id="R3c91b52f07a84dd0" /><Relationship Type="http://schemas.openxmlformats.org/officeDocument/2006/relationships/slide" Target="/ppt/slides/slide25.xml" Id="R69e8cc211991416d" /><Relationship Type="http://schemas.openxmlformats.org/officeDocument/2006/relationships/slide" Target="/ppt/slides/slide26.xml" Id="R0da9dfdfd40a43e4" /><Relationship Type="http://schemas.openxmlformats.org/officeDocument/2006/relationships/slide" Target="/ppt/slides/slide27.xml" Id="R2730f96908d0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1ea5f30457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256b9aca14dab" /><Relationship Type="http://schemas.openxmlformats.org/officeDocument/2006/relationships/notesMaster" Target="/ppt/notesMasters/notesMaster1.xml" Id="Raca99f2157bf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11e5ad0e544b5" /><Relationship Type="http://schemas.openxmlformats.org/officeDocument/2006/relationships/notesMaster" Target="/ppt/notesMasters/notesMaster1.xml" Id="R1de21c00d8584d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e68c9678fd4cd9" /><Relationship Type="http://schemas.openxmlformats.org/officeDocument/2006/relationships/notesMaster" Target="/ppt/notesMasters/notesMaster1.xml" Id="R5cd388b6d45a4d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668ee6567b4c06" /><Relationship Type="http://schemas.openxmlformats.org/officeDocument/2006/relationships/notesMaster" Target="/ppt/notesMasters/notesMaster1.xml" Id="Rfe733daa8cf9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12410f0e884cc7" /><Relationship Type="http://schemas.openxmlformats.org/officeDocument/2006/relationships/notesMaster" Target="/ppt/notesMasters/notesMaster1.xml" Id="R04ff35a9806941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fafe8a96914a69" /><Relationship Type="http://schemas.openxmlformats.org/officeDocument/2006/relationships/notesMaster" Target="/ppt/notesMasters/notesMaster1.xml" Id="R386c799f020248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b13eea6e6c4e18" /><Relationship Type="http://schemas.openxmlformats.org/officeDocument/2006/relationships/notesMaster" Target="/ppt/notesMasters/notesMaster1.xml" Id="R82382def056d48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d2636789b442f" /><Relationship Type="http://schemas.openxmlformats.org/officeDocument/2006/relationships/notesMaster" Target="/ppt/notesMasters/notesMaster1.xml" Id="Ra0f5d8737b5048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7d2042ea354d06" /><Relationship Type="http://schemas.openxmlformats.org/officeDocument/2006/relationships/notesMaster" Target="/ppt/notesMasters/notesMaster1.xml" Id="R9ed28c2699b743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66852a9ec541fd" /><Relationship Type="http://schemas.openxmlformats.org/officeDocument/2006/relationships/notesMaster" Target="/ppt/notesMasters/notesMaster1.xml" Id="R80c2a675044149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4b4f6ea0e74aa3" /><Relationship Type="http://schemas.openxmlformats.org/officeDocument/2006/relationships/notesMaster" Target="/ppt/notesMasters/notesMaster1.xml" Id="R88672cc439df4a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e702ffc5484c0b" /><Relationship Type="http://schemas.openxmlformats.org/officeDocument/2006/relationships/notesMaster" Target="/ppt/notesMasters/notesMaster1.xml" Id="R0e3c82591c7e44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d56c8effaf4985" /><Relationship Type="http://schemas.openxmlformats.org/officeDocument/2006/relationships/notesMaster" Target="/ppt/notesMasters/notesMaster1.xml" Id="R7c81562a21464c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34c7e5aa3d435c" /><Relationship Type="http://schemas.openxmlformats.org/officeDocument/2006/relationships/notesMaster" Target="/ppt/notesMasters/notesMaster1.xml" Id="R35f4a929e74943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334ff49dca40d8" /><Relationship Type="http://schemas.openxmlformats.org/officeDocument/2006/relationships/notesMaster" Target="/ppt/notesMasters/notesMaster1.xml" Id="Reddec876df8642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c5da07b4aa4883" /><Relationship Type="http://schemas.openxmlformats.org/officeDocument/2006/relationships/notesMaster" Target="/ppt/notesMasters/notesMaster1.xml" Id="Rf51fda6f048247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1fbc98ab2e434a" /><Relationship Type="http://schemas.openxmlformats.org/officeDocument/2006/relationships/notesMaster" Target="/ppt/notesMasters/notesMaster1.xml" Id="Rdf28408d427d42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353892f4624f3e" /><Relationship Type="http://schemas.openxmlformats.org/officeDocument/2006/relationships/notesMaster" Target="/ppt/notesMasters/notesMaster1.xml" Id="Rf428a046120845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0d5f7b742b4799" /><Relationship Type="http://schemas.openxmlformats.org/officeDocument/2006/relationships/notesMaster" Target="/ppt/notesMasters/notesMaster1.xml" Id="Ra60fc0b644d747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b83dee372e4f0b" /><Relationship Type="http://schemas.openxmlformats.org/officeDocument/2006/relationships/notesMaster" Target="/ppt/notesMasters/notesMaster1.xml" Id="R75985094eef54c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dbd26c4a2441e7" /><Relationship Type="http://schemas.openxmlformats.org/officeDocument/2006/relationships/notesMaster" Target="/ppt/notesMasters/notesMaster1.xml" Id="R932ac6edc4c54d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22d44de7db4f41" /><Relationship Type="http://schemas.openxmlformats.org/officeDocument/2006/relationships/notesMaster" Target="/ppt/notesMasters/notesMaster1.xml" Id="R493089c6dc9a4df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96b3af010c4f55" /><Relationship Type="http://schemas.openxmlformats.org/officeDocument/2006/relationships/notesMaster" Target="/ppt/notesMasters/notesMaster1.xml" Id="Rb0830d3a50b44b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f3568bad134a3d" /><Relationship Type="http://schemas.openxmlformats.org/officeDocument/2006/relationships/notesMaster" Target="/ppt/notesMasters/notesMaster1.xml" Id="R8e47e081a8ba40a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55989ceb144268" /><Relationship Type="http://schemas.openxmlformats.org/officeDocument/2006/relationships/notesMaster" Target="/ppt/notesMasters/notesMaster1.xml" Id="Rf90b0b08b73d4d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f3abfc9c104ee0" /><Relationship Type="http://schemas.openxmlformats.org/officeDocument/2006/relationships/notesMaster" Target="/ppt/notesMasters/notesMaster1.xml" Id="R7731bd173c0d4ff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a38879d4414fc2" /><Relationship Type="http://schemas.openxmlformats.org/officeDocument/2006/relationships/notesMaster" Target="/ppt/notesMasters/notesMaster1.xml" Id="R41fa0bc5e91d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c2f66e365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089bce7a4346a9" /><Relationship Type="http://schemas.openxmlformats.org/officeDocument/2006/relationships/slideLayout" Target="/ppt/slideLayouts/slideLayout1.xml" Id="R6a9f1e387fa5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f1e387fa5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5c2485336473c" /><Relationship Type="http://schemas.openxmlformats.org/officeDocument/2006/relationships/image" Target="/ppt/media/image.png" Id="Rfbf2c1b97d80465b" /><Relationship Type="http://schemas.openxmlformats.org/officeDocument/2006/relationships/notesSlide" Target="/ppt/notesSlides/notesSlide1.xml" Id="Rf1e4f318e8d9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ad2611d4a481b" /><Relationship Type="http://schemas.openxmlformats.org/officeDocument/2006/relationships/image" Target="/ppt/media/image2.png" Id="R04091212fbd94641" /><Relationship Type="http://schemas.openxmlformats.org/officeDocument/2006/relationships/notesSlide" Target="/ppt/notesSlides/notesSlide2.xml" Id="Rf15a828bd5a6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bc783e5f34d1e" /><Relationship Type="http://schemas.openxmlformats.org/officeDocument/2006/relationships/notesSlide" Target="/ppt/notesSlides/notesSlide3.xml" Id="R166c564b786842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7ac5aef734aec" /><Relationship Type="http://schemas.openxmlformats.org/officeDocument/2006/relationships/image" Target="/ppt/media/image3.png" Id="Rd3231042876448f8" /><Relationship Type="http://schemas.openxmlformats.org/officeDocument/2006/relationships/notesSlide" Target="/ppt/notesSlides/notesSlide4.xml" Id="R23e06d21652d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127b5b5564d38" /><Relationship Type="http://schemas.openxmlformats.org/officeDocument/2006/relationships/image" Target="/ppt/media/image4.png" Id="Rc984ded163684492" /><Relationship Type="http://schemas.openxmlformats.org/officeDocument/2006/relationships/notesSlide" Target="/ppt/notesSlides/notesSlide5.xml" Id="Ra6b291abe43f42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04b2e57124b96" /><Relationship Type="http://schemas.openxmlformats.org/officeDocument/2006/relationships/image" Target="/ppt/media/image5.png" Id="Rd487db68620c44d9" /><Relationship Type="http://schemas.openxmlformats.org/officeDocument/2006/relationships/notesSlide" Target="/ppt/notesSlides/notesSlide6.xml" Id="Re94d022453b746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80297bb9c402f" /><Relationship Type="http://schemas.openxmlformats.org/officeDocument/2006/relationships/image" Target="/ppt/media/image6.png" Id="Rb9c3fa70c5274f8b" /><Relationship Type="http://schemas.openxmlformats.org/officeDocument/2006/relationships/notesSlide" Target="/ppt/notesSlides/notesSlide7.xml" Id="Rf99fa8b2f7ff43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d1800a31449fc" /><Relationship Type="http://schemas.openxmlformats.org/officeDocument/2006/relationships/image" Target="/ppt/media/image7.png" Id="R696e0a443c444066" /><Relationship Type="http://schemas.openxmlformats.org/officeDocument/2006/relationships/notesSlide" Target="/ppt/notesSlides/notesSlide8.xml" Id="R9a8f7ff62c0e44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69d735d264e5a" /><Relationship Type="http://schemas.openxmlformats.org/officeDocument/2006/relationships/image" Target="/ppt/media/image8.png" Id="R540e48894e514d03" /><Relationship Type="http://schemas.openxmlformats.org/officeDocument/2006/relationships/notesSlide" Target="/ppt/notesSlides/notesSlide9.xml" Id="R826fd7cbe73a4a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aa13c3ab54f24" /><Relationship Type="http://schemas.openxmlformats.org/officeDocument/2006/relationships/image" Target="/ppt/media/image9.png" Id="R54b6b995a79e4542" /><Relationship Type="http://schemas.openxmlformats.org/officeDocument/2006/relationships/notesSlide" Target="/ppt/notesSlides/notesSlide10.xml" Id="Rb1b58248ba2447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0afb10cf04396" /><Relationship Type="http://schemas.openxmlformats.org/officeDocument/2006/relationships/notesSlide" Target="/ppt/notesSlides/notesSlide11.xml" Id="Rb9799c7ba1ee43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03a41ee354117" /><Relationship Type="http://schemas.openxmlformats.org/officeDocument/2006/relationships/image" Target="/ppt/media/image10.png" Id="R55cfcf536b964c83" /><Relationship Type="http://schemas.openxmlformats.org/officeDocument/2006/relationships/notesSlide" Target="/ppt/notesSlides/notesSlide12.xml" Id="R83d96f6ce7fa44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bdb6d59744bbc" /><Relationship Type="http://schemas.openxmlformats.org/officeDocument/2006/relationships/image" Target="/ppt/media/image11.png" Id="Rf90fd0214d134f56" /><Relationship Type="http://schemas.openxmlformats.org/officeDocument/2006/relationships/notesSlide" Target="/ppt/notesSlides/notesSlide13.xml" Id="R51d49fdff2b24b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9e7795144870" /><Relationship Type="http://schemas.openxmlformats.org/officeDocument/2006/relationships/image" Target="/ppt/media/image12.png" Id="R197233d5fad24a5c" /><Relationship Type="http://schemas.openxmlformats.org/officeDocument/2006/relationships/notesSlide" Target="/ppt/notesSlides/notesSlide14.xml" Id="R66c74dac373d44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e4c8d79ab44b5" /><Relationship Type="http://schemas.openxmlformats.org/officeDocument/2006/relationships/image" Target="/ppt/media/image13.png" Id="R1522ad45e9364fd9" /><Relationship Type="http://schemas.openxmlformats.org/officeDocument/2006/relationships/notesSlide" Target="/ppt/notesSlides/notesSlide15.xml" Id="Rc8c600b21e9f49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31187997e4b14" /><Relationship Type="http://schemas.openxmlformats.org/officeDocument/2006/relationships/image" Target="/ppt/media/image14.png" Id="R179c6dc28da74f73" /><Relationship Type="http://schemas.openxmlformats.org/officeDocument/2006/relationships/notesSlide" Target="/ppt/notesSlides/notesSlide16.xml" Id="R6387c1cb17634d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39b8c8f324094" /><Relationship Type="http://schemas.openxmlformats.org/officeDocument/2006/relationships/image" Target="/ppt/media/image15.png" Id="Rd948269c61e940b6" /><Relationship Type="http://schemas.openxmlformats.org/officeDocument/2006/relationships/notesSlide" Target="/ppt/notesSlides/notesSlide17.xml" Id="Rc4ab24b0a3ae4e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b47787250404b" /><Relationship Type="http://schemas.openxmlformats.org/officeDocument/2006/relationships/image" Target="/ppt/media/image16.png" Id="R354bd4c27f6149f9" /><Relationship Type="http://schemas.openxmlformats.org/officeDocument/2006/relationships/image" Target="/ppt/media/image17.png" Id="R0d3b0a9d53fd4bdb" /><Relationship Type="http://schemas.openxmlformats.org/officeDocument/2006/relationships/notesSlide" Target="/ppt/notesSlides/notesSlide18.xml" Id="R1b93293b595e40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600e5754248a8" /><Relationship Type="http://schemas.openxmlformats.org/officeDocument/2006/relationships/image" Target="/ppt/media/image18.png" Id="Ra428ed362a804921" /><Relationship Type="http://schemas.openxmlformats.org/officeDocument/2006/relationships/image" Target="/ppt/media/image19.png" Id="Rec00fd3895e1447e" /><Relationship Type="http://schemas.openxmlformats.org/officeDocument/2006/relationships/notesSlide" Target="/ppt/notesSlides/notesSlide19.xml" Id="R91b697094d6d40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7fee1acd04535" /><Relationship Type="http://schemas.openxmlformats.org/officeDocument/2006/relationships/image" Target="/ppt/media/image20.png" Id="R35889c2021e245e1" /><Relationship Type="http://schemas.openxmlformats.org/officeDocument/2006/relationships/image" Target="/ppt/media/image21.png" Id="R0d7aa558075d4094" /><Relationship Type="http://schemas.openxmlformats.org/officeDocument/2006/relationships/notesSlide" Target="/ppt/notesSlides/notesSlide20.xml" Id="Rfff9555773bd41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1d32995b045d7" /><Relationship Type="http://schemas.openxmlformats.org/officeDocument/2006/relationships/image" Target="/ppt/media/image22.png" Id="R3d8d6752efc54e92" /><Relationship Type="http://schemas.openxmlformats.org/officeDocument/2006/relationships/image" Target="/ppt/media/image23.png" Id="Rd3cea28311204793" /><Relationship Type="http://schemas.openxmlformats.org/officeDocument/2006/relationships/notesSlide" Target="/ppt/notesSlides/notesSlide21.xml" Id="R5fd6de947e0b4c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bc19cd02547c4" /><Relationship Type="http://schemas.openxmlformats.org/officeDocument/2006/relationships/image" Target="/ppt/media/image24.png" Id="Rf12d49f6031b4649" /><Relationship Type="http://schemas.openxmlformats.org/officeDocument/2006/relationships/notesSlide" Target="/ppt/notesSlides/notesSlide22.xml" Id="Rf972b0b0c59343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b0014648a40ff" /><Relationship Type="http://schemas.openxmlformats.org/officeDocument/2006/relationships/image" Target="/ppt/media/image25.png" Id="R0dece281bf564ff8" /><Relationship Type="http://schemas.openxmlformats.org/officeDocument/2006/relationships/notesSlide" Target="/ppt/notesSlides/notesSlide23.xml" Id="R25230e1e2ccf41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af49d50f044b7" /><Relationship Type="http://schemas.openxmlformats.org/officeDocument/2006/relationships/notesSlide" Target="/ppt/notesSlides/notesSlide24.xml" Id="Rae022f2008d14c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78a84b35b496b" /><Relationship Type="http://schemas.openxmlformats.org/officeDocument/2006/relationships/notesSlide" Target="/ppt/notesSlides/notesSlide25.xml" Id="R434cff9c5ab24f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cc1823ce14f80" /><Relationship Type="http://schemas.openxmlformats.org/officeDocument/2006/relationships/notesSlide" Target="/ppt/notesSlides/notesSlide26.xml" Id="R320670a7d9834e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c7439d04d404f" /><Relationship Type="http://schemas.openxmlformats.org/officeDocument/2006/relationships/image" Target="/ppt/media/image26.png" Id="R6ae269462d4c4ec2" /><Relationship Type="http://schemas.openxmlformats.org/officeDocument/2006/relationships/notesSlide" Target="/ppt/notesSlides/notesSlide27.xml" Id="R5a7a5ccc404b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7D616D-40FC-4238-8AF9-0113B303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FBAA8-3C1C-4745-8E84-0C5625F2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66A44-DDD5-4C7D-A5D4-21915082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D85D-E719-456D-98D1-8D12047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11380-52A4-4A37-B668-B763A712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390525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EBCI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02E39-3B15-4686-A381-2D4C4D9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B9BF"/>
                </a:solidFill>
              </a:defRPr>
            </a:pPr>
            <a:r>
              <a:rPr sz="1800" b="1">
                <a:solidFill>
                  <a:srgbClr val="E7B9BF"/>
                </a:solidFill>
              </a:rPr>
              <a:t>NEXUS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E2802-12FA-4373-B2D1-D52A7EA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42925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คู่มืออบรมพนักงาน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E601D-73D4-4F3C-AC46-051DE487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5905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7E6"/>
                </a:solidFill>
              </a:defRPr>
            </a:pPr>
            <a:r>
              <a:rPr sz="1575">
                <a:solidFill>
                  <a:srgbClr val="FFF7E6"/>
                </a:solidFill>
              </a:rPr>
              <a:t>การใช้งานระบบผ่านมือถือ • วันที่อบรม 4 กรกฎาคม 2569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B4DB8-988A-4C84-B53E-4A9D22A3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0165-1512-4773-BD2C-742FE2C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เช็คอิน / เช็คเอาท์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596C1-E757-463B-BDD1-2D08B7E9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7ACD5-C658-40A6-85B4-83DF2DC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ลาและ WFH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0E684-147F-4CB5-A64C-46B58B5B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E5C1A-D079-4015-8DFC-B526C55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ประกาศ แจ้งเตือน และข้อมูลส่วนตัว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489EA-54E6-49F1-8690-96B2B4A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"/>
            <a:ext cx="2857500" cy="6000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1143D-22EB-4E46-A204-AF5DD22E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24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2c1b97d80465b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590550"/>
            <a:ext cx="2667000" cy="577215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95214-E0E9-4AC9-BEE2-103BB55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553200"/>
            <a:ext cx="2762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หน้าจอเข้าสู่ระบบ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9D79-7912-4A63-8F10-C151C1D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</a:t>
            </a:r>
          </a:p>
        </p:txBody>
      </p:sp>
    </p:spTree>
    <p:extLst>
      <p:ext uri="{BB962C8B-B14F-4D97-AF65-F5344CB8AC3E}">
        <p14:creationId xmlns:p14="http://schemas.microsoft.com/office/powerpoint/2010/main" val="170638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4A969-4300-43D6-92D8-40CF8CC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1BA0-BFA3-4BED-90BE-4DF0EF8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40366-2C83-4E0B-93E6-E249B7B7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F2AD1-365A-491D-BC60-24868FF4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F64B0-023F-4D2A-8C3F-E23227F4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78E8A-0504-474D-A488-EB3BC43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ภาพรวมของ EBCI Nexus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BFA4-1EEA-4796-8F28-B2F4179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ระบบ HR สำหรับงานประจำวันของพนักงาน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8C84A-9903-4917-A6B1-3C686FE6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812A4-F30C-423D-99DD-4B5353DB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8E94A-3F0C-4048-8557-DDF31A8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ดูประกาศและแจ้งเตือนสำคัญ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0511D-6C13-4942-B5B9-EE9B0C1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B4D35-338E-4851-B154-20E2878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บันทึกเวลาเข้างานและเช็คเอาท์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EBC4A-D5FD-4607-8983-8E780F0D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CA1E3-6BF7-47A1-AE90-7910B21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ยื่นใบลา ขอ WFH และดูสถานะของตนเอง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5F21E-6591-4CC7-9A9E-1945FA6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FBEC4-2E47-48DC-8C65-A995E71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ตรวจข้อมูลส่วนตัว ผังองค์กร และข้อมูลทีม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6D009-4DD0-469F-8762-0C60961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2857500" cy="6000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7C409-B8FA-445E-BBF6-403F1E3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91212fbd94641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09600"/>
            <a:ext cx="2667000" cy="577215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1F098-6B95-49E3-83FF-3B98C225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572250"/>
            <a:ext cx="2762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หน้าแรกพนักงาน</a:t>
            </a:r>
          </a:p>
        </p:txBody>
      </p:sp>
    </p:spTree>
    <p:extLst>
      <p:ext uri="{BB962C8B-B14F-4D97-AF65-F5344CB8AC3E}">
        <p14:creationId xmlns:p14="http://schemas.microsoft.com/office/powerpoint/2010/main" val="1108750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D810E-153D-4C1D-B18D-7046167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8ECB9-640B-4942-9CD5-33B3098D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7CA0F-CF25-4E77-8C33-A226067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9C5A0-4CF6-4736-A767-095F4D2D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89556-3A09-4BD9-8DE5-EEEED62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949ED-C4D6-42E1-9A49-DB7CC1D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สารบัญการอบรม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4B9CA-F015-4426-87EB-CFEF927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ลำดับการสอนสำหรับวันอบรม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400F6-093B-408B-A276-E7DA493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3DFEF-D84A-4674-A4E4-F0776695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6BF69-2227-48CF-AC65-889E0DD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1. เข้าสู่ระบบและจำฉันไว้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E8198-3AD3-47D6-84E8-8B6873E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527D5-09AD-4DB4-B4C0-1F4628F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2. หน้าแรกและเมนูหลัก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C0CA7-FE38-4E09-8798-BBAD8EFF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CE284-621F-40B6-9D91-D395749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3. เช็คอิน: ออฟฟิศ / HIP / WFH / นอก Head Office / ภาคสนาม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6591B-1DF9-4EE0-A9CF-0261AEA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544F5-930D-4100-9A9E-104DE343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4. ใบลา นโยบาย เอกสาร และการยกเลิก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E8BCB-50E6-4FF5-9074-2BB5540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95463-6BE9-494D-8511-9AA69A6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5. WFH วันหยุดสะสม ปฏิทิน ประกาศ และข้อมูลส่วนตัว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26EA3-1A82-47B2-8DCC-16DD608B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EE497-E1CB-4EB8-84AB-DB0BE42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6. คำถามที่พบบ่อยและ checklist หลังอบรม</a:t>
            </a:r>
          </a:p>
        </p:txBody>
      </p:sp>
    </p:spTree>
    <p:extLst>
      <p:ext uri="{BB962C8B-B14F-4D97-AF65-F5344CB8AC3E}">
        <p14:creationId xmlns:p14="http://schemas.microsoft.com/office/powerpoint/2010/main" val="27774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22873-9C7C-4D1A-A4CF-9A176FA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C85B4-487B-4393-AFA2-C0AF07AC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2AAA3-DBAA-48AA-B12D-E26D6E8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9CCA-DAB8-4D0C-B176-BF8C193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E9CA9-24F3-4499-8C4C-BC00F7B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84882-20E7-4E5E-A9D5-C945DAF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สิ่งที่ต้องเตรียมก่อนใช้งาน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CEFC0-A8E7-4472-85BB-507E938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ช่วยให้วันเปิดใช้งานจริงไม่ติดขัด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3AD96-FA89-469D-A0A8-29DCE33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488AB-4245-41CE-A4ED-55180C6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23C81-BB47-48BD-95C6-0C54DEB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มือถือ แท็บเล็ต หรือคอมพิวเตอร์ที่เข้าอินเทอร์เน็ตได้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07B44-D247-4C8D-9516-80C1A16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4A04-EEAF-47E0-8537-845BEE4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Browser: Chrome, Safari หรือ 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A631F-B7D3-4B99-AD5F-8C56224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3DEAA-9B77-4878-B273-378EE1D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รหัสพนักงาน/อีเมล และรหัสผ่านเริ่มต้น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2BEF7-36A6-43AE-B5CC-6E294C75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69758-3793-4BF8-B95A-20F8BC06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เปิด Location Services หากต้องเช็คอินผ่านแอป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4CB47-5168-4CFF-BFC6-E31DDCFB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E8CE5-2306-4754-A563-473633A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ห้ามแชร์รหัสผ่านกับผู้อื่น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4F09A-795B-4F4A-86EA-4AE8B87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4A85C-74BA-4453-B265-3FB2464F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31042876448f8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60DC8-E163-43A8-8025-386F33D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Login mobile</a:t>
            </a:r>
          </a:p>
        </p:txBody>
      </p:sp>
    </p:spTree>
    <p:extLst>
      <p:ext uri="{BB962C8B-B14F-4D97-AF65-F5344CB8AC3E}">
        <p14:creationId xmlns:p14="http://schemas.microsoft.com/office/powerpoint/2010/main" val="844723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CEBF4-4B65-43E7-97DF-04FFD0C1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D949-61FA-4B50-B1CB-1C0BC2B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4705D-CF39-4E96-890E-92CD61CD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F0679-05E0-4C2D-AEE9-A2BAEE4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37A42-1807-4638-9B2F-5B1BE24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F7FD0-78A7-4E2F-BDD1-D54043C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การเข้าสู่ระบบ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8E7B-9BB0-4CB9-951F-D6F0D08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พนักงานเข้าได้ด้วยรหัสพนักงานหรืออีเมล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01B46-912C-4935-9A28-0D6F172F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4512D-8DE7-433C-BF38-9B3F567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F773D-1DF0-41BF-AF61-5DBD20D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ใส่รหัสพนักงานหรืออีเมล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5E1E5-F8D9-4B33-8ECF-DF6B5B9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504CE-59A4-464A-A810-BA92B25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ใส่รหัสผ่านที่บริษัทแจ้งให้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0E31E-21E4-4DD6-B296-C996171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A530-C564-43DC-BCFF-39B1A2C7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เลือก “จำฉันไว้” เฉพาะเครื่องส่วนตัว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86148-5057-4B24-B69A-7016BF2A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FF458-88F7-4109-AADB-9FC3C4A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ถ้าลืมรหัสผ่าน ให้กด “ลืมรหัสผ่าน?” หรือแจ้ง HR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0A289-7C37-4EB0-AD79-94372D7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CC7C6-A552-4815-ABBE-E3DA7567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4ded163684492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98DCB-8584-4433-8B45-38CFD079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 Login</a:t>
            </a:r>
          </a:p>
        </p:txBody>
      </p:sp>
    </p:spTree>
    <p:extLst>
      <p:ext uri="{BB962C8B-B14F-4D97-AF65-F5344CB8AC3E}">
        <p14:creationId xmlns:p14="http://schemas.microsoft.com/office/powerpoint/2010/main" val="1274750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05DFF-9818-4BEF-AC25-680C7BDC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936F8-3990-4EC1-89EE-078F6357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DE410-BFAD-4041-80BC-860E08E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A2DAC-C588-4F77-86B1-11CE0259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C9173-5459-4793-9B2B-3EA1F25E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BFF26-8471-4368-8FAA-39DAAF3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เมนูหลักบนมือถือ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1D57D-64A8-4F2B-8FF4-EE72D243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พนักงานส่วนใหญ่จะใช้งานผ่าน bottom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0AD5B-9F7A-42F6-A99F-EBC7703C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49088-98F7-47E6-933C-A6215EB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A7780-8BE3-4BC0-A682-504B591B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หน้าแรก: สรุปประกาศ สถานะ และเมนูลัด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4B777-C593-4393-9C95-03B2B9C6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F8E29-0749-4506-8FD1-8B5F6DCC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เช็คอิน: บันทึกเวลาเข้า-ออกงาน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F34DE-836B-4A8D-A6F6-70766A00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7A727-D749-4BAC-85D7-98445C45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ลา/WFH: ใบลา ขอ WFH วันหยุดสะสม และปฏิทิน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EFE43-FE38-41DB-9F1E-834D2C4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5E68A-C5C7-4CB3-B65C-5D363A21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ประกาศ: อ่านข่าวสารบริษัท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13D84-1C1F-4125-92B8-BB1EDD9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B7CBB-7D1B-4150-A2D5-AF24757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เพิ่มเติม: โปรไฟล์ ใครไม่อยู่ ผังองค์กร จองห้องประชุม ตั้งค่า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887E8-3D6C-4915-B051-E2A98FB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00F95-F9C5-447B-8FF1-B16E6E5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7db68620c44d9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2B006-B95B-4879-8989-FF84D87E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เมนูเพิ่มเติม</a:t>
            </a:r>
          </a:p>
        </p:txBody>
      </p:sp>
    </p:spTree>
    <p:extLst>
      <p:ext uri="{BB962C8B-B14F-4D97-AF65-F5344CB8AC3E}">
        <p14:creationId xmlns:p14="http://schemas.microsoft.com/office/powerpoint/2010/main" val="1204089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E26DE-C5FA-4E35-A1B1-600AED4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DDAD9-F0A0-4F07-BC6D-BCD33E4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AA188-054B-49BB-999B-CA2E6FFE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83766-2AB6-4D90-869F-A71FA341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02AC-6835-4AE2-8A6E-2FCE205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704F2-A652-44BE-AFCC-874BB191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หน้าแรกของพนักงาน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C4967-5A2C-46D0-AE7D-AFE92805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เริ่มจากหน้านี้เพื่อตรวจสิ่งที่ต้องรู้วันนี้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B8EA3-18D9-49D3-989D-4BAE3379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27483-4332-4438-87E6-63E64F9F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6CA6D-BB3A-4302-99AC-13AECFFF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ดูประกาศล่าสุดและแจ้งเตือนบนกระดิ่ง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69B5A-CA05-4565-9581-F4C2F86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C8411-5D31-498A-BB35-F31B545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ดูสรุปการมาสาย/คงเหลือของตนเอง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45DC0-6DD5-4E28-8DCA-B6D11B3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AE652-0CBB-407C-9286-DEEE693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ดูว่าใครไม่อยู่วันนี้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407A2-AACD-4E50-B71C-BD66A3B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1AB30-76B0-4754-85EA-8F8D0787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ใช้เมนูลัดเพื่อไปยังงานที่ใช้บ่อย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0F780-EDD1-48B2-80DE-B8A9A94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2857500" cy="6000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EC79A-8D02-4DF0-B290-6E07587E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3fa70c5274f8b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09600"/>
            <a:ext cx="2667000" cy="577215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5F18B-7604-4E14-A427-9D17DFF7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572250"/>
            <a:ext cx="2762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317934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952514-4A9B-4F1B-A2F8-1B411392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99183-A789-495E-8A3F-1C54E0A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D807B-FCA5-4B09-A0A1-2E9FA6D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408E8-B98F-48B4-B7E1-E7B1C52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75861-5FBB-47C8-A7F9-C365085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37A4F-C350-41EE-B81E-6208B4A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การเช็คอินและเช็คเอาท์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6E743-9D2F-45EB-8141-82AB65E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ระบบรองรับหลายรูปแบบการทำงาน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19E26-15A6-45D2-A80A-455EBBE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E8EDD-1C98-451C-A08F-12A141F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D25BC-4A8F-4314-B332-BBFF620F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มาทำงานที่ออฟฟิศ: ใช้ทาบบัตร HIP หรือเช็คอินออฟฟิศ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EC318-1447-44F4-8BE4-E5A5015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A6978-0500-4389-9CF3-1755C162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Work From Home: ต้องมีประกาศบริษัทหรือคำขออนุมัติแล้ว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DC1F5-FA31-4718-A1E9-592DDE4C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5CA33-126E-4AC1-8DCB-AA81EB9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นอก Head Office: เฉพาะพนักงานที่บริษัทกำหนด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D761-F810-42B1-AED5-DB8C0539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DDCBD-0840-4837-8AD5-8B7BED96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ภาคสนาม/ออกประชุม: ต้องระบุเหตุผลและบันทึก GPS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562D5-B0DB-49A7-BC3D-AC273C8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14580-6B60-4676-9AA4-2E77013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ทุกการบันทึกสำคัญจะมีหน้าต่างยืนยันก่อน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02BE2-36DA-4245-968C-1259F627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F981B-2A71-4E49-8B65-81E438D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e0a443c444066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F95A1-08DB-45AB-BBA4-F5899FF8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หน้าเช็คอิน</a:t>
            </a:r>
          </a:p>
        </p:txBody>
      </p:sp>
    </p:spTree>
    <p:extLst>
      <p:ext uri="{BB962C8B-B14F-4D97-AF65-F5344CB8AC3E}">
        <p14:creationId xmlns:p14="http://schemas.microsoft.com/office/powerpoint/2010/main" val="1552001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9F94F-4701-47D4-B506-FA46A37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A8223-5FE4-4977-8C49-EA41281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7D12F-A399-4355-83B0-663AFCC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561E-AEE5-4061-B790-7C6395C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68D37-B819-4672-824E-5FEE05B5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5023-2B98-4D39-AFCC-CD6E428E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ทาบบัตร HIP แล้วไม่ต้องเช็คอินซ้ำ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62CF4-F25D-49C4-914C-88ABCC5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ข้อมูลบัตรคือหลักฐานเข้าออฟฟิศ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88544-80AD-4FA0-87C9-C2FE064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DA62D-3A46-4E64-B94C-D83CCF7F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B11EA-D6C2-4764-BA98-6CA5EEE2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เมื่อระบบพบการทาบบัตร จะแสดงเวลา scan ให้เห็น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BB97E-3E2D-4B12-9923-E064010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CE166-B62D-4930-8419-CDBDF59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ไม่ต้องกดเช็คอินผ่านแอปซ้ำ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954D3-C7C7-4970-96A9-67CD47AC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D0963-522C-4E0A-B646-5AAFB130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หากทาบบัตรแล้วไม่ขึ้น ให้แจ้ง HR พร้อมชื่อ รหัส และเวลาที่ทาบ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64BF6-9592-445B-951A-40F0325E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D9315-40DD-4C01-B69E-FDE138C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ถ้าทาบผิดหรือมีเหตุพิเศษ ใช้ลิงก์ “ฉันยังไม่ได้ทาบบัตร” ตามจริง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FA7EB-3E27-452F-B624-F98E62CC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8349A-AF39-4379-8981-E09DCE70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e48894e514d03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04827-4BAB-4502-AE04-F370D01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สถานะทาบบัตร</a:t>
            </a:r>
          </a:p>
        </p:txBody>
      </p:sp>
    </p:spTree>
    <p:extLst>
      <p:ext uri="{BB962C8B-B14F-4D97-AF65-F5344CB8AC3E}">
        <p14:creationId xmlns:p14="http://schemas.microsoft.com/office/powerpoint/2010/main" val="398917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9FAE4-7901-4B9B-AF04-CF6E1EA6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2A341-1B09-4F57-B138-8CEFD6B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92BE0-08C7-4A35-90B3-8C76A89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7EE58-2D79-4A15-A06B-54C918C8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5B238-B49B-44F2-9844-12E7E416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A8932-3982-4FC9-9B7D-81FAA9D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เลือกประเภทเช็คอินให้ถูก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C0722-35F5-4D2B-8A0D-21443E75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อย่าให้ข้อมูล WFH ปนกับงานนอก Head Office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9CC8-ABC4-442E-A6C5-7AE39435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72563-EC4B-4B65-8D54-EC94CAB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35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8B275-9C78-46F9-8816-AB1D02CB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10E19-8E59-4136-AC3A-1307A95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0810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ออฟฟิศ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493A5-5473-460E-9B1E-717B1E7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อยู่ในพื้นที่ออฟฟิศหรือทาบบัตร 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ABDBA-4E49-43B9-BACC-1528AC5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5AA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EFBD6-4A99-47D4-9D78-2618654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DFDF2-9A6A-4194-9102-74B0FBF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0810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WFH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79E6F-A4FE-4C34-946C-39FFE72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ต้องได้รับอนุมัติหรือมีประกาศบริษัท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C60F4-2E86-45B4-B7CF-9DA0313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45D9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50D77-E2F0-453A-855D-3487E01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5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0F48A-E95E-43E2-AF31-F9EB767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0810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นอก Head Office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D4371-67A1-4BCE-8603-B30CCBF2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สำหรับรายชื่อพนักงานที่บริษัทกำหนด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28226-5CB9-4AD4-A109-BEF20F1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FFC4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5065C-CC9C-4C6D-9205-DB844E32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D4EF3-3767-40E1-AF33-04F93029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0810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ภาคสนาม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E4171-C5CB-40CB-BA71-04E6826A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ออกประชุม/พบลูกค้า ต้องใส่เหตุผล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224BC-5835-460C-ADA1-4569B36D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23900"/>
            <a:ext cx="2571750" cy="53816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F9355-A672-499A-8675-2D51814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001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6b995a79e4542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838200"/>
            <a:ext cx="2381250" cy="5153025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BFE8A-8236-48AE-ABC7-F9CC1D04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181725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 WFH</a:t>
            </a:r>
          </a:p>
        </p:txBody>
      </p:sp>
    </p:spTree>
    <p:extLst>
      <p:ext uri="{BB962C8B-B14F-4D97-AF65-F5344CB8AC3E}">
        <p14:creationId xmlns:p14="http://schemas.microsoft.com/office/powerpoint/2010/main" val="1982484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4CEAE-A2DA-4C6F-B75A-4FD4667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42BF4-FFEA-4EE8-9F1B-186A507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44947-816B-437A-AEC5-5D79E301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11538-6176-46BA-90DA-850B0B34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49130-7BB8-44FF-95DC-6DFEA4BF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0298A-B4DD-4F5F-859B-C5D9BEF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พนักงานประจำนอก Head Office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066E-F751-4772-9306-9614542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กลุ่มนี้ไม่ต้องขอ WFH ทุกวัน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04E9D-430E-48F8-A2D8-15881F6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A2058-085E-4C5F-AD85-48F34183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E3212-C5AE-4E75-A94A-7A1DDF5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ใช้ปุ่ม “เช็คอินนอก Head Office”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776CB-73C2-4DAD-9E6E-4AD75BE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4FE35-F621-4EEF-9B77-0395134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ไม่ใช่ WFH และไม่ตัดวันลา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56652-7432-4D65-8C3E-3242800B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B867A-65F8-4172-A504-F8017E9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ระบบบันทึก GPS เพื่อใช้ตรวจสอบย้อนหลัง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3CD83-3D01-47C2-AD79-4EC5FE7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EA739-0964-46EC-8E8A-8193643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ถ้าวันใดลาจริง ให้ยื่นใบลาตามปกติ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B22EA-BA80-4FB8-8FA3-4391A4F9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B15E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9CFA7-BF78-4DC2-A526-D4E5B60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รายชื่อ 8 คน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60445-8368-4BE0-9719-9784E31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021-42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97-0B6A-4FBE-8F68-C417E9A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ศุภดล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D7A4E-8630-4352-BAEF-CB63351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161-51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A98E0-70D7-4031-B977-92AC9F1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ราเชนทร์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1C2FA-0C1D-44E3-8701-3E3FEFAD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344-57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30A81-3958-4248-9B19-AF5DFE4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ยวนใจ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1DECA-2AB1-4D18-B5A4-18BEC53F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445-62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EB2AA-FC35-459B-B8D8-ABD0EDB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สุกัญญา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8678C-087F-4CFA-A59B-9DA631F0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009-35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B84A5-FD80-4192-B6CA-8C5D708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ชรินทร์ทิพย์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B0B2D-89D9-4906-9246-5192C0B1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042-45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31A21-9C08-4DDD-8BA3-FDB9167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909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อุพาพร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F6E43-F739-4F26-A24B-9145F728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148-51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0B58A-BC66-4988-94AF-50A2A46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อินดา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2F1336-3A1B-494F-96C2-34662E4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400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492-67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2E9AD-20E1-4E6F-9888-446B588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7E6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ณัฐธิกา</a:t>
            </a:r>
          </a:p>
        </p:txBody>
      </p:sp>
    </p:spTree>
    <p:extLst>
      <p:ext uri="{BB962C8B-B14F-4D97-AF65-F5344CB8AC3E}">
        <p14:creationId xmlns:p14="http://schemas.microsoft.com/office/powerpoint/2010/main" val="1103299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F02FC-4FDC-4EDF-AED8-B22D517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763C7-E8BC-47EC-8CA5-446B0D2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90FD6-3D0B-485A-96B2-4553F54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D6A75-CDA7-4579-B6C4-D4F4550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0A255-538C-4B52-A84F-CDDD1766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61448-5E9F-4FA0-9351-221440A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การลาของฉัน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E60E8-9EB7-4C4F-870D-AADA53C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ดูยอดคงเหลือและเริ่มยื่นใบลา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98A8F-00F1-44CC-9CD6-4BB1858D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7AF08-7D7B-4D36-BD5F-7251FE5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3FA1-1EB4-42AC-B6CD-5F567593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กดเมนู ลา/WFH &gt; ใบลา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10E8-DF68-4F77-8377-8E2984A3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77CF-575C-4F08-9488-DE9E261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ดูยอดวันลาคงเหลือของแต่ละประเภท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E576D-3DD5-4704-BB6C-35B043B4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3C47B-1DB5-4B42-A804-19000AC8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กด “ยื่นใบลาใหม่” เมื่อต้องการลา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A799D-2B2C-477B-9AA3-542521DB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39E01-5C9E-49EB-A000-6FB72C31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E6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ตรวจสถานะใบลาของตนเองได้จากหน้านี้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F62DC-B3DD-4BB2-9D2D-DBDFBD6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14383-690F-45B8-9CBD-13248DC9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fcf536b964c83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9CA5B-B1DD-42D9-B1B1-4543E45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หน้าใบลา</a:t>
            </a:r>
          </a:p>
        </p:txBody>
      </p:sp>
    </p:spTree>
    <p:extLst>
      <p:ext uri="{BB962C8B-B14F-4D97-AF65-F5344CB8AC3E}">
        <p14:creationId xmlns:p14="http://schemas.microsoft.com/office/powerpoint/2010/main" val="95282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D0352-EB8A-4D85-94DF-FC65BEA9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609E7-AFFD-473B-9FE6-27E254F8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A0591-F280-4B64-88B1-3F99D6A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A3B6-2BF9-4D41-BC61-B090CA5B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6860B-72DA-4002-ACE1-61AF9C8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50BF3-BDEC-424E-8577-4C434C1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ขั้นตอนยื่นใบลาใหม่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42310-FA2C-4399-A10C-11663C0B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ตรวจให้ครบก่อนกดยืนยันส่งคำขอ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25D71-AD60-4E8B-B592-EC3CF3B3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09433-64D8-4EE4-B5AA-60DE93E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D7AEF-40F6-428A-80EF-49C4296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เลือกประเภทการลา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227A4-52C7-4FBE-9061-F937981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3ADA5-BAF2-4741-A8EC-5CC88F9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เลือกวันเริ่มต้นและวันสิ้นสุด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9E22D-5E21-4A17-B0A0-07C56430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0FF23-7492-422E-80FB-03AF01F3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เลือกเต็มวันหรือครึ่งวัน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12AA8-A092-4972-93C8-31017E5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B897-6B46-487B-85D6-0CFAD2FE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กรอกเหตุผลให้ชัดเจน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81DB0-D101-46CA-8754-798FB256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CB4A5-F6EB-4F4F-A8B9-B5625E14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แนบเอกสารเมื่อระบบร้องขอ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E7431-5B99-4F6B-B8C6-6D7B2C54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3281A-A249-4300-A7BC-0E67E5A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ตรวจชื่อผู้อนุมัติก่อนส่ง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A2024-C5BF-445C-8415-CEFF138D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44AFA-9AB8-4840-BF01-61B894C0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fd0214d134f56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C7A89-2A4D-4B83-8AF7-FBFEF7D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เริ่มยื่นใบลา</a:t>
            </a:r>
          </a:p>
        </p:txBody>
      </p:sp>
    </p:spTree>
    <p:extLst>
      <p:ext uri="{BB962C8B-B14F-4D97-AF65-F5344CB8AC3E}">
        <p14:creationId xmlns:p14="http://schemas.microsoft.com/office/powerpoint/2010/main" val="280933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812F6-FE0E-4E88-AE02-0E2DCFF3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7F5E-9DCB-4689-845E-09AC1E3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233A2-C9CD-4C22-A0A0-D25CF38C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B1D72-8F60-4D9B-83B4-31F89EF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B38B-9E55-4DF7-AB77-B1D8A0B3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9137C-E25F-438F-83ED-78C8E4C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นโยบายลาและเอกสารประกอบ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01655-C446-4C64-9DAB-0EA50B6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อ่าน policy ก่อนยื่น เพื่อเลือกประเภทให้ถูก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226D-FF5E-4B7C-80E9-6A32862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2818F-27A3-4B8E-980F-20B03FC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E2B9B-C7E7-45EB-AFFF-80F26408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ลาพักผ่อน: ยื่นล่วงหน้าอย่างน้อย 1 วันและต้องอนุมัติก่อน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8E105-13C1-417C-BA46-3D6C58BE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1B1F5-D3B3-4DB3-B11F-88C5C440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ลาป่วย: กลับมาทำงานแล้วต้องยื่นใบลา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96619-482E-4007-BF6A-4B05C89B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45A31-616A-4560-8F46-70F8BB2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ลาป่วย 3 วันทำงานติดต่อกัน ต้องแนบใบรับรองแพทย์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32C52-1130-4085-8AF5-E63B1863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DF90B-041B-4266-B009-93019EB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7E6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ลากิจ: ต้องระบุเหตุผลและยื่นล่วงหน้าอย่างน้อย 1 วัน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376FA-FC80-4821-B47E-F1643C7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7A863-E907-4873-A2FC-FB40211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233d5fad24a5c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13F7D-D323-41C7-A81B-792ACBD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นโยบายการลา</a:t>
            </a:r>
          </a:p>
        </p:txBody>
      </p:sp>
    </p:spTree>
    <p:extLst>
      <p:ext uri="{BB962C8B-B14F-4D97-AF65-F5344CB8AC3E}">
        <p14:creationId xmlns:p14="http://schemas.microsoft.com/office/powerpoint/2010/main" val="20473545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12D2B-B2B1-4E89-BA40-FDA9DE32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30213-B0D9-4C96-8040-3F1685B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6E2DC-A254-4A4B-8A4D-547EF380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78670-00FF-4187-9105-1C517B94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DA4EA-D0E3-4E39-B9AF-DEAF73D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AD1F-B579-493E-B870-790DEE1B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ยกเลิกหรือเลื่อนใบลา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6E66F-95CB-4169-9E0E-9686DCDF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หลังอนุมัติแล้วต้องส่งคำขอยกเลิกให้พิจารณา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5874-FC5C-40F4-974D-7B74A3A2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966B5-DCB4-4C4A-B9DB-FA9D7A4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3A4F4-992C-443B-AE14-B78E3F65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ใบลาที่ยังรออนุมัติ: กดยกเลิกเองได้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50321-28EB-4554-A793-D64D303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CB340-2490-46D8-BC9F-14C305C2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ใบลาที่อนุมัติแล้ว: ส่งคำขอยกเลิกพร้อมเหตุผล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BDA2A-9FD8-46F0-B185-C220F32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6DA77-F670-47B4-A54B-F61CDF66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หากต้องเลื่อนวันลา ให้ยกเลิกใบลาเดิมก่อน แล้วสร้างใบลาใหม่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DCA89-413C-4683-9CAB-9A2F4990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96AB7-0A95-4DCC-B878-D322F72D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HR และผู้อนุมัติจะเห็นประวัติการตัดสินใจย้อนหลัง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A3E5F-5D4A-40CF-B25E-4550320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2E9EC-D8D7-46D8-9B61-D26E192D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2ad45e9364fd9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07198-63BF-4209-BA30-4225483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ประวัติใบลา</a:t>
            </a:r>
          </a:p>
        </p:txBody>
      </p:sp>
    </p:spTree>
    <p:extLst>
      <p:ext uri="{BB962C8B-B14F-4D97-AF65-F5344CB8AC3E}">
        <p14:creationId xmlns:p14="http://schemas.microsoft.com/office/powerpoint/2010/main" val="1147659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84F54F-1E23-418F-818F-9ED95A1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0CB65-F6DF-4036-B034-C2DAE3EB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872D-F3DA-4A72-A10B-7BC26E53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6BF2A-94E3-41D7-B8FC-404AD3D3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11D0A-2334-4EC1-B071-512C7E2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B0C2-91BB-4071-A286-91F0299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การขอ Work From Home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8D6F6-30B2-416A-BA7F-EE37E02B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WFH ไม่ใช่การลา และไม่ตัดยอดวันลา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BA66C-0172-4304-B894-3385736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D0174-734D-4747-BF19-96799C55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49782-2F75-4B48-9512-10CDAB16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ส่งคำขอ WFH ล่วงหน้าจากเมนู ลา/WFH &gt; ขอ WFH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08C88-DE30-41EA-9665-E3D39844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0E51E-7F3E-4337-9880-ABDA287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เลือกช่วงวันที่และกรอกเหตุผล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266B6-AE1C-4272-A5AD-B358277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99D59-09E3-4F4F-ADCD-3A74DB1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รอผู้อนุมัติอนุมัติก่อน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40CB6-BDA2-43E7-94B0-2E37E1E6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4F28F-1A9D-4B37-A262-7AD6130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หลังอนุมัติแล้วจึงกดเช็คอิน Work From Home ในวันนั้นได้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F6E1A-A765-4F2B-A8DA-6EEFE443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5F0E7-6515-451D-93E0-E688B3EC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c6dc28da74f73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C3078-6DA4-48AD-82A2-5B6A162F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 WFH</a:t>
            </a:r>
          </a:p>
        </p:txBody>
      </p:sp>
    </p:spTree>
    <p:extLst>
      <p:ext uri="{BB962C8B-B14F-4D97-AF65-F5344CB8AC3E}">
        <p14:creationId xmlns:p14="http://schemas.microsoft.com/office/powerpoint/2010/main" val="10610745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D02E8-C797-4AC2-ABCA-3E779A6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9D9F-4A8B-4661-8357-47B9E9C5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18840-BE21-4229-A8F1-BEF639D8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94157-D9AA-4509-86F2-710C119B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05BB9-F36F-4103-AA7C-DCBD56D7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DDCBF-EF1F-4126-B553-26C3B038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วันหยุดสะสม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6C8F-2EAB-417F-B674-3ED97E14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ใช้ดูวันหยุดชดเชยที่ได้จากการมาทำงานในวันหยุด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D318-18F9-4A0E-8C47-6CC0410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CFBB7-B239-48C9-AB8D-3404D55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464F3-1394-40FC-BCF9-98C9FE9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วันหยุดสะสมไม่ใช่การลา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4BB25-ADCD-4CAE-A5D4-06F0144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E8C9E-A172-43EB-924D-4DF5E77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ระบบแสดงจำนวนวันที่ได้รับ ใช้แล้ว และคงเหลือ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1C1B-2E33-4B88-A289-F41E0A06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24DD1-A08B-4EDB-BFF6-9D2CE2F5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หากต้องใช้วันหยุดสะสม ให้ทำตามขั้นตอนที่ HR กำหนด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D00E1-CCB7-4463-8729-F89ED2D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27759-B6D6-4DC0-9D88-4198622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หากจำนวนไม่ตรง ให้แจ้ง HR พร้อมรายละเอียด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7FBC5-CF3B-43E7-87AE-4F864775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88625-2B95-4C0A-B50C-0F72DA79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8269c61e940b6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4B75F-E92C-4242-8F3D-386FCEA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วันหยุดสะสม</a:t>
            </a:r>
          </a:p>
        </p:txBody>
      </p:sp>
    </p:spTree>
    <p:extLst>
      <p:ext uri="{BB962C8B-B14F-4D97-AF65-F5344CB8AC3E}">
        <p14:creationId xmlns:p14="http://schemas.microsoft.com/office/powerpoint/2010/main" val="1837643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4C4C2-43C8-4D65-863A-B9C75D19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0D23B-F5F6-4ABC-864C-41EAB51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EB0A-4790-4817-9DF6-605815E2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F64AE-7FD0-40EE-8431-695AA333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7F363-1801-4BE0-8BF7-D3C9306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27A4C-5859-4BA9-83F9-5C66268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ปฏิทินบริษัทและนโยบายลา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934D-5259-4160-AFFE-AE151BB9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ใช้เช็ควันหยุด ประกาศ WFH และกติกาก่อนยื่นคำขอ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DCABF-D2D0-4417-B3E3-9A35E80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E8F0F-D524-45E2-8298-CAEACE7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E6777-E524-4BB5-BEA3-0A68154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105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ปฏิทิน: ดูวันหยุดบริษัทและกิจกรรมสำคัญ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A7942-C001-4134-9216-E367827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C0B84-8558-49EB-A4FB-E2A3DC6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105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นโยบายลา: อ่านสิทธิและเงื่อนไขของแต่ละประเภทลา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6BAF4-4286-4986-873D-D2A773D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A336A-8EC3-440C-B089-2B7F7635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5105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ถ้าไม่แน่ใจว่าควรเลือกประเภทใด ให้ถาม HR ก่อนยื่น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21210-2986-44D4-BE95-8AEC1C2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1FF73-8C8D-4315-8BBF-1221BE2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bd4c27f6149f9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FBB34-A277-43A0-BB24-521CD6F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ปฏิทินบริษัท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38823-B8BE-494A-B836-DC3EE27E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4E707-B55F-4C56-9867-2A4E1676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b0a9d53fd4bdb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4BDB1-7F51-44D8-AE2A-9D34897A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นโยบายลา</a:t>
            </a:r>
          </a:p>
        </p:txBody>
      </p:sp>
    </p:spTree>
    <p:extLst>
      <p:ext uri="{BB962C8B-B14F-4D97-AF65-F5344CB8AC3E}">
        <p14:creationId xmlns:p14="http://schemas.microsoft.com/office/powerpoint/2010/main" val="7288824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1E0B2-B491-4248-BB16-9FA83C4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70FC2-8ADA-424F-A2AB-C7E4D98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A9962-D5CA-4FA4-B2EC-A3FAF94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899E4-101E-4B37-BD39-2A3180EB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30DDF-6337-4F32-B958-B8009D7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63208-7D14-4019-BC68-AEA308B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ประกาศและการแจ้งเตือน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BC00D-5AB2-4AB8-B27F-E7F231BF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อ่านให้ครบเพื่อไม่พลาดเรื่องสำคัญของบริษัท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7AA22-9E9F-496B-B487-3D646C69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F2A6B-2EA1-4AC1-8259-7318D6E9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2D6A4-9B18-469A-913B-16970885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ประกาศ: ข่าวสาร วันหยุด WFH กิจกรรม และเรื่องเร่งด่วน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770D6-8F2B-4DBC-A178-656D6E3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D3D73-5516-4302-9DE1-DC1FE72A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กระดิ่ง: แจ้งเตือนใบลา WFH และรายการที่ต้องพิจารณา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FA8E4-0AF9-4ABC-B048-3679A19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F3690-B231-412F-87F1-BAA5A63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ถ้ามีตัวเลขสีแดง ให้กดเข้าไปดู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DFFF4-00A0-4C99-8661-E502842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B33DE-0DB0-43C1-9F7C-F841D8A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กดอ่านรายละเอียดเพื่อไม่พลาดข้อมูลสำคัญ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84F84-8E9C-48AF-A7B0-815761E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7E127-5D30-4526-AE72-9811776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8ed362a804921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0BD6B-9A18-4F6B-B87F-B5F6C16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ประกาศ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27E03-23C1-4977-831D-2C3B198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D21DF-9F66-4CCE-A895-8CE6004C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0fd3895e1447e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A7DAD-3B24-4489-A8E4-984EAE4B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051019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94943-BBAB-40E1-B6DF-44F65F4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16D2-E64A-4363-B983-91563F0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14F15-BF45-4377-A55B-DADE787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2B509-6867-4FD5-A4A6-065BA660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3CC75-B617-477A-8A22-21782190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B19DC-5A41-4E89-9F1A-2E2D3B9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โปรไฟล์และใครไม่อยู่วันนี้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E8534-35AC-4DA1-9EAA-3428B0A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ตรวจข้อมูลตัวเองและวางแผนการประสานงานในทีม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9A49E-0326-4D98-9F63-D7A2C57A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214DC-3BCB-4C30-920D-5BCC7F03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6DACE-D24F-4404-8727-7B669A36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โปรไฟล์: ตรวจชื่อ ตำแหน่ง ฝ่าย วันเริ่มงาน และสิทธิวันลา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812A6-2E1D-408D-BDF1-925068F1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72D65-014E-485E-8E9E-9A75681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ถ้าข้อมูลสำคัญผิด ให้แจ้ง HR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60ED9-F074-4EBD-9B0F-DC98AC34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3B1B0-FC90-4BC9-947F-ED96277D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ใครไม่อยู่วันนี้: ดูคนที่ลา WFH หรือไม่อยู่ในออฟฟิศ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7B7F6-D458-4B1E-96DF-AD00ECE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538E6-01E7-4A10-A1F8-C6D7748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ใช้วางแผนก่อนติดต่อหรือประชุม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16022-09B0-4938-9BA0-E5FE0E2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8B457-29DF-4E7A-BDAD-F143FF9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89c2021e245e1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F215A-324F-4576-A794-A8FDA51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โปรไฟล์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37478-D760-47A2-9B81-4B783412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40189-1658-4198-A9C4-29E11A7B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aa558075d4094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3951D-23F0-4B81-B457-E5E9652F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ใครไม่อยู่วันนี้</a:t>
            </a:r>
          </a:p>
        </p:txBody>
      </p:sp>
    </p:spTree>
    <p:extLst>
      <p:ext uri="{BB962C8B-B14F-4D97-AF65-F5344CB8AC3E}">
        <p14:creationId xmlns:p14="http://schemas.microsoft.com/office/powerpoint/2010/main" val="16788753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78A24-94FA-4432-94A4-9985FAE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4262F-37C5-43BD-9646-E090371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5879-C9DE-40E2-BBEC-29508CC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82AB5-5989-4416-A0A0-A493C0CB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B875F-D512-429E-AC08-B0817AF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21932-8CF2-43B7-90B0-4093575D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ผังองค์กรและจองห้องประชุม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D7046-E8A7-419C-BFE8-6CB577E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ดูสายงานและจองพื้นที่ใช้งานร่วมกัน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B7D99-72BC-4747-8679-560FA39E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5E216-5C36-4B5F-989F-8C6E5335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585B7-5FA0-4329-85CC-3947110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ผังองค์กร: ดูฝ่าย ตำแหน่ง และสายอนุมัติ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4A7C9-9185-41D3-96B8-23A1AB8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2579C-34A9-4316-BC0F-952942C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ใช้ตรวจว่าคำขอจะส่งไปหาใคร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A026A-B0FA-42C1-AF90-893DACA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08C32-2516-4167-B259-6384702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จองห้องประชุม: ดูห้องว่างและส่งคำขอจอง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4DC08-A718-45FF-814D-632EB9D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6C696-13D5-4212-8652-657A3B4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ตรวจวัน เวลา และรายละเอียดก่อนยืนยัน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E813B-B3A7-421A-BF3D-35B0A13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F4659-00E5-412E-A352-912FC51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d6752efc54e92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2E73-B67F-45F3-B43A-96CCABE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ผังองค์กร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BA6ED-416F-4674-B12D-2B00AE03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6A271-3E3A-46EF-A320-00BCEABE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ea28311204793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8C078-D686-4314-B585-E17F66AA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จองห้องประชุม</a:t>
            </a:r>
          </a:p>
        </p:txBody>
      </p:sp>
    </p:spTree>
    <p:extLst>
      <p:ext uri="{BB962C8B-B14F-4D97-AF65-F5344CB8AC3E}">
        <p14:creationId xmlns:p14="http://schemas.microsoft.com/office/powerpoint/2010/main" val="9628799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B767A-81C1-4EFC-84A6-D02405B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B3614-ED34-48D3-B7C4-E9D1730F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C4A52-EB5E-4A35-818E-CF58FD88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2968F-2DB5-4074-83CB-92A62BD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452C-5B33-4B5B-88F1-C88471B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6F88-D75F-4BC2-9354-C49AC602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ตั้งค่าและเปลี่ยนรหัสผ่าน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87339-9C35-49DD-8E94-A0C1995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ดูแลบัญชีของตัวเองให้ปลอดภัย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576AE-568F-49EE-A1DB-D91AD402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7B402-D329-4490-9F0B-6D43C05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38964-E546-4A35-960A-3888EE6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เปลี่ยนรหัสผ่านได้จากเมนู ตั้งค่า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F4DD0-5D8E-414D-B28A-44BEEB9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B91C0-7D1F-4FA9-8FB2-D378633C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หลังเปลี่ยนสำเร็จ ระบบอาจให้ออกจากระบบแล้วเข้าใหม่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0C338-211B-4BD9-8B11-4F9599E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CDDB5-B800-4FD2-B296-335C4EF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ห้ามแชร์รหัสผ่านกับผู้อื่น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B0688-24CB-4785-9EA3-39E2F26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D0B1B-296C-49E6-BE71-A922843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หากลืมรหัส ให้ใช้ “ลืมรหัสผ่าน?” หรือแจ้ง HR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96146-7483-4769-85C8-B2E9B88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0EF12-2509-4603-AA8F-3AEF4A51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d49f6031b4649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7D712-4CAC-48EA-B14F-25BDB7C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804123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93442E-8936-4464-8AE9-5968115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9BE31-3649-440F-BABB-D107833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2B984-0D96-45ED-B80B-30712C38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B4539-2FFE-4E02-A7DD-A4D9E65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82166-D947-4D5E-A7DC-A3B99007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729D6-25D1-4D5C-B847-BF3D3DD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สำหรับหัวหน้างานหรือผู้มีสิทธิ์อนุมัติ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C2A3-391D-415A-8518-0CA3CA89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บางคนจะเห็นเมนูอนุมัติเพิ่มตามสิทธิ์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BCFA4-D557-4BFC-A5A9-6452BCAF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B1785-96DD-4698-AE92-9A94A3C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EB7A4-C185-479B-BB01-211BEC8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ตรวจรายการรออนุมัติจากเมนูของตนเอง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B798B-0C85-4D02-984D-5857FB7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6422B-D3B3-48CC-8334-8668B6F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อ่านเหตุผลและวันที่ให้ครบก่อนตัดสินใจ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4E67E-3D22-4297-BC2A-20FFBA6C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43442-3D5A-4F11-9414-2124FC1C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อนุมัติหรือปฏิเสธแล้วระบบจะแจ้งพนักงาน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349E4-4878-47EC-AA55-BEE68DB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058FF-1285-49D3-9588-A40D4243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E6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คำขอยกเลิกใบลาที่อนุมัติแล้ว ต้องพิจารณาอีกครั้ง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7AEE7-7DF1-4696-AE97-136AB40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456DB-4B66-49FE-8A8E-114C4407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ce281bf564ff8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2463E-8A29-41E3-8FD6-8C3F0388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เมนูตามสิทธิ์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14118109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8A967-0833-45A3-8D39-D72E2728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CE10D-ECBF-4A6A-941B-B608E27C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D696A-BD95-4DE7-B8C0-718E075D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B3D84-32F3-4660-906A-6A15D8A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CCBE9-66FF-4CCC-9C89-B866A72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F6AA0-D483-4275-A0E3-33B4C0E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คำถามที่พบบ่อย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FB0C3-2366-43D9-9C71-6FD62C02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ใช้ปิดท้ายและลดคำถามซ้ำหลังอบรม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ED585-4D76-412A-B1FC-E939BF6B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6BD92-DE8A-4A36-9F31-D7168119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B15E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E053A-DB6F-4446-98DC-391DF39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ทาบบัตรแล้วต้องเช็คอินไหม?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3F1DE-847C-48FB-9084-AB72EF22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ไม่ต้อง หากระบบพบ scan แล้ว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2C289-5177-41C6-9B9B-22D0B1D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B15E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E179-3501-4919-B2A9-B613FC5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ทำไมกด WFH ไม่ได้?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33EB0-3E81-44F4-9769-965FAD1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ยังไม่มีประกาศหรือคำขออนุมัติ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5E95D-5ABA-4410-9537-0D06DA97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B15E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D2EAC-1886-423A-A8D0-4115F45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ลาป่วยกี่วันต้องแนบเอกสาร?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39B9E-2721-46D5-B80E-E3DEB7D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ตั้งแต่ 3 วันทำงานติดต่อกัน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03FD6-FDD6-4297-AED5-38CD213D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B15E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AF445-6621-4D61-92CF-77CCE32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นอก Head Office ต่างจาก WFH?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5B13E-BFDE-4F5D-BA7C-0EBB4936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เป็นกลุ่มงานประจำ ไม่ต้องขอ WFH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FF26E-D749-4F66-BFE2-56A23EC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C2D39"/>
          </a:solidFill>
          <a:ln xmlns:a="http://schemas.openxmlformats.org/drawingml/2006/main" w="9525">
            <a:solidFill>
              <a:srgbClr val="B15E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89B32-D8A7-415C-887F-FF44050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ใบลาอนุมัติแล้วไม่อยากลา?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43C18-BF09-46E0-9435-13CF134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7E6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ส่งคำขอยกเลิกให้พิจารณา</a:t>
            </a:r>
          </a:p>
        </p:txBody>
      </p:sp>
    </p:spTree>
    <p:extLst>
      <p:ext uri="{BB962C8B-B14F-4D97-AF65-F5344CB8AC3E}">
        <p14:creationId xmlns:p14="http://schemas.microsoft.com/office/powerpoint/2010/main" val="19238671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41276-3D10-4FC5-B45D-FFC2CAC0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2C575-C2C5-4036-8CC4-21A7A853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5B03E-52C0-45C4-B8FE-E9EFC18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A2E6A-1840-40C6-8C95-03E4B16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487A-4338-419D-905D-C29A0A7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919D2-FE55-4015-9451-DE3C1E7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Checklist วันอบรม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D3A99-99C6-4F7A-8E07-99630322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ให้พนักงานลองทำตามจริงก่อนจบ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976E3-2B01-43B6-BF9E-0049ADC7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BC44E-574D-4208-BCC8-018AFA97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DFF05-4040-4E76-A409-4B5191B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Login ด้วยบัญชีของตัวเอง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A6AD7-3F71-41C2-83C1-48820E5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98F72-B86F-4EEA-A93B-5A8B8A3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เปิดหน้าแรกและดูประกาศ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91E0D-4DED-4473-AD66-FF20B42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DC487-B17E-4EA9-A15B-A53D6D4A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เปิดหน้าเช็คอินและดูสถานะของตนเอง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07350-02D4-48E7-8E43-E07B8E1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C4E8D-07CB-468E-9E7F-410663C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เปิดหน้าใบลาและดูยอดวันลา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9C1FE-CF6D-4D1D-8FBC-2DDAF81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98735-2D25-4B9B-8B33-D48C57C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 WFH และเข้าใจว่า WFH ต้องอนุมัติก่อน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A1420-1FAC-4D1C-97FB-6C9170E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EFCFA-9811-4EA1-AA40-D4620DC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เปิดตั้งค่าและเข้าใจวิธีเปลี่ยนรหัสผ่าน</a:t>
            </a:r>
          </a:p>
        </p:txBody>
      </p:sp>
    </p:spTree>
    <p:extLst>
      <p:ext uri="{BB962C8B-B14F-4D97-AF65-F5344CB8AC3E}">
        <p14:creationId xmlns:p14="http://schemas.microsoft.com/office/powerpoint/2010/main" val="21182580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48CBD-69FD-4BD3-BE7C-6FC605B1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2E218-B7CE-445B-A50B-781052C8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ADE19-D01C-4CC7-90AF-557E43CF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59EDD-7796-4372-AFAD-7CFF9F0A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A3995-EFAB-43B8-ACF6-0DE6024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C400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10C16-774B-446D-96FE-84480F0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สรุปสิ่งที่ต้องจำ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2DA6-1B0F-4369-9E7F-64E57A2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7B9BF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ใช้ระบบให้ถูกประเภท ข้อมูล HR จะเชื่อถือได้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571AF-34A5-4F46-AE6E-6017248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FFE6D-3510-4988-B195-F033C3A4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2FCEC-E285-4706-8CBB-D9766A21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เช็คอินให้ตรงกับสถานการณ์จริง: ออฟฟิศ, WFH, นอก Head Office, ภาคสนาม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3D21C-548C-4B1F-9669-8E4173D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611C-B0F1-4546-89CC-B7E5B0C0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มีใบลาเต็มวันที่อนุมัติแล้ว ไม่ต้องเช็คอิน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F9012-5B7F-4A39-97D0-DB9A74C6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1BD54-D23F-4A5F-A285-8E5C0B2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WFH ต้องได้รับอนุมัติก่อนจึงจะเช็คอิน WFH ได้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3B1F7-F83A-4183-9F43-48ACE9A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70236-3DCA-4391-A4A7-73BC8050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ใบลาอนุมัติแล้ว หากเปลี่ยนใจต้องส่งคำขอยกเลิก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AF542-5D95-4208-93FD-3D48AE7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FB706-7777-41B1-B3C7-816CC3B4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E6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ข้อมูลผิดหรือระบบไม่ขึ้น ให้แจ้ง HR พร้อมภาพหน้าจอ</a:t>
            </a:r>
          </a:p>
        </p:txBody>
      </p:sp>
    </p:spTree>
    <p:extLst>
      <p:ext uri="{BB962C8B-B14F-4D97-AF65-F5344CB8AC3E}">
        <p14:creationId xmlns:p14="http://schemas.microsoft.com/office/powerpoint/2010/main" val="12687440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5B1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870C81-DA6D-440A-8568-39567AD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5B1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E4E6B-F9EF-46FB-AA58-9401247B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A08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51CB9-447B-48E3-82B9-06ADF3E5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619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7101-CAF4-4374-B908-AADE744A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09750" y="476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E0062-71F1-47AC-8D66-8902E77F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พร้อมใช้งาน EBCI Nexus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8D814-A31C-49B3-9066-ADA4880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7810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7E6"/>
                </a:solidFill>
              </a:defRPr>
            </a:pPr>
            <a:r>
              <a:rPr sz="1800">
                <a:solidFill>
                  <a:srgbClr val="FFF7E6"/>
                </a:solidFill>
              </a:rPr>
              <a:t>ขอบคุณทุกคนที่ช่วยทำให้ข้อมูล HR เป็นระบบเดียวกัน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7DED8-8BC1-48C5-A236-7CF83A1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3EED-407D-4633-8538-92611AB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4191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0810"/>
                </a:solidFill>
              </a:defRPr>
            </a:pPr>
            <a:r>
              <a:rPr sz="1350" b="1">
                <a:solidFill>
                  <a:srgbClr val="2A0810"/>
                </a:solidFill>
              </a:rPr>
              <a:t>มีปัญหา แจ้ง HR พร้อมชื่อ รหัสพนักงาน และภาพหน้าจอ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55DB2-AD7F-4C13-922B-060A0AE2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66750"/>
            <a:ext cx="2571750" cy="53816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C0509"/>
          </a:solidFill>
          <a:ln xmlns:a="http://schemas.openxmlformats.org/drawingml/2006/main" w="9525">
            <a:solidFill>
              <a:srgbClr val="E9B9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A25F1-6B52-4F4C-B0DC-8F0A824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429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10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269462d4c4ec2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781050"/>
            <a:ext cx="2381250" cy="5153025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3BF6C-CA6D-44F5-BBC1-73C6490F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6124575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E7B9BF"/>
                </a:solidFill>
              </a:defRPr>
            </a:pPr>
            <a:r>
              <a:rPr sz="900">
                <a:solidFill>
                  <a:srgbClr val="E7B9BF"/>
                </a:solidFill>
              </a:rPr>
              <a:t>EBCI Nexus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68111-3C31-4E67-B7E0-D5093FA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DDA7AE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27</a:t>
            </a:r>
          </a:p>
        </p:txBody>
      </p:sp>
    </p:spTree>
    <p:extLst>
      <p:ext uri="{BB962C8B-B14F-4D97-AF65-F5344CB8AC3E}">
        <p14:creationId xmlns:p14="http://schemas.microsoft.com/office/powerpoint/2010/main" val="131462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2026-06-16T08:36:07.4220000Z</dcterms:created>
  <dcterms:modified xsi:type="dcterms:W3CDTF">2026-06-16T08:36:07.4220000Z</dcterms:modified>
</coreProperties>
</file>